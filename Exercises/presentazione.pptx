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7" r:id="rId2"/>
    <p:sldId id="359" r:id="rId3"/>
    <p:sldId id="374" r:id="rId4"/>
    <p:sldId id="381" r:id="rId5"/>
    <p:sldId id="375" r:id="rId6"/>
    <p:sldId id="376" r:id="rId7"/>
    <p:sldId id="377" r:id="rId8"/>
    <p:sldId id="382" r:id="rId9"/>
    <p:sldId id="378" r:id="rId10"/>
    <p:sldId id="383" r:id="rId11"/>
    <p:sldId id="367" r:id="rId12"/>
    <p:sldId id="312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16DEA2-7221-437A-8A4D-CD4DC78E9113}" v="790" dt="2026-05-11T22:44:06.27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5" autoAdjust="0"/>
    <p:restoredTop sz="94655" autoAdjust="0"/>
  </p:normalViewPr>
  <p:slideViewPr>
    <p:cSldViewPr snapToGrid="0">
      <p:cViewPr varScale="1">
        <p:scale>
          <a:sx n="100" d="100"/>
          <a:sy n="100" d="100"/>
        </p:scale>
        <p:origin x="102" y="186"/>
      </p:cViewPr>
      <p:guideLst/>
    </p:cSldViewPr>
  </p:slideViewPr>
  <p:outlineViewPr>
    <p:cViewPr>
      <p:scale>
        <a:sx n="33" d="100"/>
        <a:sy n="33" d="100"/>
      </p:scale>
      <p:origin x="0" y="-4722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 Florio Maurizio" userId="589e7fe6-d6fd-488d-bb93-7b916afb9dd5" providerId="ADAL" clId="{60F4317B-1D32-4D5F-A67C-40C830BCC6C2}"/>
    <pc:docChg chg="undo custSel addSld delSld modSld">
      <pc:chgData name="Di Florio Maurizio" userId="589e7fe6-d6fd-488d-bb93-7b916afb9dd5" providerId="ADAL" clId="{60F4317B-1D32-4D5F-A67C-40C830BCC6C2}" dt="2026-05-11T22:50:43.387" v="4525" actId="1076"/>
      <pc:docMkLst>
        <pc:docMk/>
      </pc:docMkLst>
      <pc:sldChg chg="modSp mod">
        <pc:chgData name="Di Florio Maurizio" userId="589e7fe6-d6fd-488d-bb93-7b916afb9dd5" providerId="ADAL" clId="{60F4317B-1D32-4D5F-A67C-40C830BCC6C2}" dt="2026-05-11T21:12:18.537" v="207" actId="790"/>
        <pc:sldMkLst>
          <pc:docMk/>
          <pc:sldMk cId="2299082615" sldId="257"/>
        </pc:sldMkLst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299082615" sldId="257"/>
            <ac:spMk id="2" creationId="{08427491-09EF-C15C-78BC-56FE0250AE5C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299082615" sldId="257"/>
            <ac:spMk id="8" creationId="{54A6836E-C603-43CB-9DA7-89D8E3FA3838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299082615" sldId="257"/>
            <ac:spMk id="13" creationId="{4A0F84AE-A24D-4353-B1BA-BD80DAA385F1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299082615" sldId="257"/>
            <ac:spMk id="14" creationId="{AF093259-3E74-43A1-944B-B106C8105E9B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299082615" sldId="257"/>
            <ac:spMk id="15" creationId="{AAA28A35-1E54-4054-BB95-42FAFA13A942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299082615" sldId="257"/>
            <ac:spMk id="16" creationId="{FBA3A17F-F3BD-4B94-9CC8-006700210FA6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299082615" sldId="257"/>
            <ac:spMk id="19" creationId="{03E4F247-A844-4CD1-A37E-B7EA0DA2DBC3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299082615" sldId="257"/>
            <ac:spMk id="20" creationId="{E2387B1B-D4D3-493F-8D7A-C7A89DBD4AB8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299082615" sldId="257"/>
            <ac:spMk id="21" creationId="{C3404477-1F13-4859-84DA-12A303ACAD01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299082615" sldId="257"/>
            <ac:spMk id="22" creationId="{1B8C62FD-B708-4F00-80BB-1250C60119EE}"/>
          </ac:spMkLst>
        </pc:spChg>
      </pc:sldChg>
      <pc:sldChg chg="modSp mod">
        <pc:chgData name="Di Florio Maurizio" userId="589e7fe6-d6fd-488d-bb93-7b916afb9dd5" providerId="ADAL" clId="{60F4317B-1D32-4D5F-A67C-40C830BCC6C2}" dt="2026-05-11T21:12:18.537" v="207" actId="790"/>
        <pc:sldMkLst>
          <pc:docMk/>
          <pc:sldMk cId="2014133180" sldId="312"/>
        </pc:sldMkLst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014133180" sldId="312"/>
            <ac:spMk id="2" creationId="{E765E6DD-16BE-BEF8-FCD4-B57F8A589E6C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014133180" sldId="312"/>
            <ac:spMk id="9" creationId="{2CF5FF18-AC40-7357-458A-B12DEA50898B}"/>
          </ac:spMkLst>
        </pc:spChg>
      </pc:sldChg>
      <pc:sldChg chg="modSp mod modAnim">
        <pc:chgData name="Di Florio Maurizio" userId="589e7fe6-d6fd-488d-bb93-7b916afb9dd5" providerId="ADAL" clId="{60F4317B-1D32-4D5F-A67C-40C830BCC6C2}" dt="2026-05-11T22:33:08.422" v="4006" actId="20577"/>
        <pc:sldMkLst>
          <pc:docMk/>
          <pc:sldMk cId="2306126718" sldId="359"/>
        </pc:sldMkLst>
        <pc:spChg chg="mod">
          <ac:chgData name="Di Florio Maurizio" userId="589e7fe6-d6fd-488d-bb93-7b916afb9dd5" providerId="ADAL" clId="{60F4317B-1D32-4D5F-A67C-40C830BCC6C2}" dt="2026-05-11T22:10:01.650" v="3299" actId="14100"/>
          <ac:spMkLst>
            <pc:docMk/>
            <pc:sldMk cId="2306126718" sldId="359"/>
            <ac:spMk id="2" creationId="{03437017-6D6C-FC89-880B-5241B0C6C7DF}"/>
          </ac:spMkLst>
        </pc:spChg>
        <pc:spChg chg="mod">
          <ac:chgData name="Di Florio Maurizio" userId="589e7fe6-d6fd-488d-bb93-7b916afb9dd5" providerId="ADAL" clId="{60F4317B-1D32-4D5F-A67C-40C830BCC6C2}" dt="2026-05-11T22:33:08.422" v="4006" actId="20577"/>
          <ac:spMkLst>
            <pc:docMk/>
            <pc:sldMk cId="2306126718" sldId="359"/>
            <ac:spMk id="3" creationId="{28F57532-3E55-268A-760B-A3D68486436C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306126718" sldId="359"/>
            <ac:spMk id="10" creationId="{45D37F4E-DDB4-456B-97E0-9937730A039F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306126718" sldId="359"/>
            <ac:spMk id="12" creationId="{B2DD41CD-8F47-4F56-AD12-4E2FF7696987}"/>
          </ac:spMkLst>
        </pc:spChg>
        <pc:picChg chg="mod">
          <ac:chgData name="Di Florio Maurizio" userId="589e7fe6-d6fd-488d-bb93-7b916afb9dd5" providerId="ADAL" clId="{60F4317B-1D32-4D5F-A67C-40C830BCC6C2}" dt="2026-05-11T22:31:51.203" v="3949" actId="14100"/>
          <ac:picMkLst>
            <pc:docMk/>
            <pc:sldMk cId="2306126718" sldId="359"/>
            <ac:picMk id="5" creationId="{9452BD3A-9DE7-E2E5-DCEF-EAF87CD93550}"/>
          </ac:picMkLst>
        </pc:picChg>
      </pc:sldChg>
      <pc:sldChg chg="modSp mod">
        <pc:chgData name="Di Florio Maurizio" userId="589e7fe6-d6fd-488d-bb93-7b916afb9dd5" providerId="ADAL" clId="{60F4317B-1D32-4D5F-A67C-40C830BCC6C2}" dt="2026-05-11T21:12:18.537" v="207" actId="790"/>
        <pc:sldMkLst>
          <pc:docMk/>
          <pc:sldMk cId="169583966" sldId="367"/>
        </pc:sldMkLst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169583966" sldId="367"/>
            <ac:spMk id="2" creationId="{C267901B-1C1C-87D9-C6A9-87CE7006DE82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169583966" sldId="367"/>
            <ac:spMk id="3" creationId="{9A1F3556-C875-D38B-0681-EA6B03CBF071}"/>
          </ac:spMkLst>
        </pc:spChg>
      </pc:sldChg>
      <pc:sldChg chg="modSp mod modAnim">
        <pc:chgData name="Di Florio Maurizio" userId="589e7fe6-d6fd-488d-bb93-7b916afb9dd5" providerId="ADAL" clId="{60F4317B-1D32-4D5F-A67C-40C830BCC6C2}" dt="2026-05-11T22:34:21.596" v="4058" actId="20577"/>
        <pc:sldMkLst>
          <pc:docMk/>
          <pc:sldMk cId="579138022" sldId="374"/>
        </pc:sldMkLst>
        <pc:spChg chg="mod">
          <ac:chgData name="Di Florio Maurizio" userId="589e7fe6-d6fd-488d-bb93-7b916afb9dd5" providerId="ADAL" clId="{60F4317B-1D32-4D5F-A67C-40C830BCC6C2}" dt="2026-05-11T22:10:14.346" v="3303" actId="14100"/>
          <ac:spMkLst>
            <pc:docMk/>
            <pc:sldMk cId="579138022" sldId="374"/>
            <ac:spMk id="2" creationId="{3D77E451-FD63-8134-8077-9B5B68A8ACCD}"/>
          </ac:spMkLst>
        </pc:spChg>
        <pc:spChg chg="mod">
          <ac:chgData name="Di Florio Maurizio" userId="589e7fe6-d6fd-488d-bb93-7b916afb9dd5" providerId="ADAL" clId="{60F4317B-1D32-4D5F-A67C-40C830BCC6C2}" dt="2026-05-11T22:34:21.596" v="4058" actId="20577"/>
          <ac:spMkLst>
            <pc:docMk/>
            <pc:sldMk cId="579138022" sldId="374"/>
            <ac:spMk id="3" creationId="{FCF85B6F-59E5-B2E2-DA7C-B2C66093B2E9}"/>
          </ac:spMkLst>
        </pc:spChg>
      </pc:sldChg>
      <pc:sldChg chg="modSp mod">
        <pc:chgData name="Di Florio Maurizio" userId="589e7fe6-d6fd-488d-bb93-7b916afb9dd5" providerId="ADAL" clId="{60F4317B-1D32-4D5F-A67C-40C830BCC6C2}" dt="2026-05-11T22:36:57.390" v="4109" actId="20577"/>
        <pc:sldMkLst>
          <pc:docMk/>
          <pc:sldMk cId="3208580995" sldId="375"/>
        </pc:sldMkLst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3208580995" sldId="375"/>
            <ac:spMk id="2" creationId="{0F0F1110-E24E-0242-B245-BAE35AE79B54}"/>
          </ac:spMkLst>
        </pc:spChg>
        <pc:spChg chg="mod">
          <ac:chgData name="Di Florio Maurizio" userId="589e7fe6-d6fd-488d-bb93-7b916afb9dd5" providerId="ADAL" clId="{60F4317B-1D32-4D5F-A67C-40C830BCC6C2}" dt="2026-05-11T22:36:57.390" v="4109" actId="20577"/>
          <ac:spMkLst>
            <pc:docMk/>
            <pc:sldMk cId="3208580995" sldId="375"/>
            <ac:spMk id="3" creationId="{D6B5DB75-A0E9-5734-2607-950B47452447}"/>
          </ac:spMkLst>
        </pc:spChg>
      </pc:sldChg>
      <pc:sldChg chg="modSp mod">
        <pc:chgData name="Di Florio Maurizio" userId="589e7fe6-d6fd-488d-bb93-7b916afb9dd5" providerId="ADAL" clId="{60F4317B-1D32-4D5F-A67C-40C830BCC6C2}" dt="2026-05-11T22:37:08.983" v="4110" actId="404"/>
        <pc:sldMkLst>
          <pc:docMk/>
          <pc:sldMk cId="422900899" sldId="376"/>
        </pc:sldMkLst>
        <pc:spChg chg="mod">
          <ac:chgData name="Di Florio Maurizio" userId="589e7fe6-d6fd-488d-bb93-7b916afb9dd5" providerId="ADAL" clId="{60F4317B-1D32-4D5F-A67C-40C830BCC6C2}" dt="2026-05-11T22:37:08.983" v="4110" actId="404"/>
          <ac:spMkLst>
            <pc:docMk/>
            <pc:sldMk cId="422900899" sldId="376"/>
            <ac:spMk id="2" creationId="{D584DC93-5E83-3E11-F52C-460AE1975B61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422900899" sldId="376"/>
            <ac:spMk id="3" creationId="{35DD1D51-6E50-CEDB-12EB-A7A45C3D4D0C}"/>
          </ac:spMkLst>
        </pc:spChg>
      </pc:sldChg>
      <pc:sldChg chg="addSp delSp modSp mod setBg">
        <pc:chgData name="Di Florio Maurizio" userId="589e7fe6-d6fd-488d-bb93-7b916afb9dd5" providerId="ADAL" clId="{60F4317B-1D32-4D5F-A67C-40C830BCC6C2}" dt="2026-05-11T21:21:09.536" v="740" actId="1076"/>
        <pc:sldMkLst>
          <pc:docMk/>
          <pc:sldMk cId="1569624876" sldId="377"/>
        </pc:sldMkLst>
        <pc:spChg chg="mod">
          <ac:chgData name="Di Florio Maurizio" userId="589e7fe6-d6fd-488d-bb93-7b916afb9dd5" providerId="ADAL" clId="{60F4317B-1D32-4D5F-A67C-40C830BCC6C2}" dt="2026-05-11T21:17:59.346" v="731" actId="27636"/>
          <ac:spMkLst>
            <pc:docMk/>
            <pc:sldMk cId="1569624876" sldId="377"/>
            <ac:spMk id="2" creationId="{863118D7-996B-B9BD-012C-66C1FB3C197A}"/>
          </ac:spMkLst>
        </pc:spChg>
        <pc:spChg chg="mod">
          <ac:chgData name="Di Florio Maurizio" userId="589e7fe6-d6fd-488d-bb93-7b916afb9dd5" providerId="ADAL" clId="{60F4317B-1D32-4D5F-A67C-40C830BCC6C2}" dt="2026-05-11T21:14:39.594" v="400" actId="27636"/>
          <ac:spMkLst>
            <pc:docMk/>
            <pc:sldMk cId="1569624876" sldId="377"/>
            <ac:spMk id="3" creationId="{0A88D6C3-4CC0-860A-4962-5C28E28B8CD9}"/>
          </ac:spMkLst>
        </pc:spChg>
        <pc:spChg chg="add del">
          <ac:chgData name="Di Florio Maurizio" userId="589e7fe6-d6fd-488d-bb93-7b916afb9dd5" providerId="ADAL" clId="{60F4317B-1D32-4D5F-A67C-40C830BCC6C2}" dt="2026-05-11T21:11:24.365" v="139" actId="26606"/>
          <ac:spMkLst>
            <pc:docMk/>
            <pc:sldMk cId="1569624876" sldId="377"/>
            <ac:spMk id="21" creationId="{F13C74B1-5B17-4795-BED0-7140497B445A}"/>
          </ac:spMkLst>
        </pc:spChg>
        <pc:spChg chg="add del">
          <ac:chgData name="Di Florio Maurizio" userId="589e7fe6-d6fd-488d-bb93-7b916afb9dd5" providerId="ADAL" clId="{60F4317B-1D32-4D5F-A67C-40C830BCC6C2}" dt="2026-05-11T21:11:24.365" v="139" actId="26606"/>
          <ac:spMkLst>
            <pc:docMk/>
            <pc:sldMk cId="1569624876" sldId="377"/>
            <ac:spMk id="23" creationId="{D4974D33-8DC5-464E-8C6D-BE58F0669C17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1569624876" sldId="377"/>
            <ac:spMk id="24" creationId="{F399A70F-F8CD-4992-9EF5-6CF15472E73F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1569624876" sldId="377"/>
            <ac:spMk id="25" creationId="{48F4FEDC-6D80-458C-A665-075D9B9500FD}"/>
          </ac:spMkLst>
        </pc:spChg>
        <pc:spChg chg="add del">
          <ac:chgData name="Di Florio Maurizio" userId="589e7fe6-d6fd-488d-bb93-7b916afb9dd5" providerId="ADAL" clId="{60F4317B-1D32-4D5F-A67C-40C830BCC6C2}" dt="2026-05-11T21:11:26.886" v="141" actId="26606"/>
          <ac:spMkLst>
            <pc:docMk/>
            <pc:sldMk cId="1569624876" sldId="377"/>
            <ac:spMk id="26" creationId="{201CC55D-ED54-4C5C-95E6-10947BD1103B}"/>
          </ac:spMkLst>
        </pc:spChg>
        <pc:spChg chg="add del">
          <ac:chgData name="Di Florio Maurizio" userId="589e7fe6-d6fd-488d-bb93-7b916afb9dd5" providerId="ADAL" clId="{60F4317B-1D32-4D5F-A67C-40C830BCC6C2}" dt="2026-05-11T21:11:26.886" v="141" actId="26606"/>
          <ac:spMkLst>
            <pc:docMk/>
            <pc:sldMk cId="1569624876" sldId="377"/>
            <ac:spMk id="27" creationId="{3873B707-463F-40B0-8227-E8CC6C67EB25}"/>
          </ac:spMkLst>
        </pc:spChg>
        <pc:spChg chg="add del">
          <ac:chgData name="Di Florio Maurizio" userId="589e7fe6-d6fd-488d-bb93-7b916afb9dd5" providerId="ADAL" clId="{60F4317B-1D32-4D5F-A67C-40C830BCC6C2}" dt="2026-05-11T21:11:26.886" v="141" actId="26606"/>
          <ac:spMkLst>
            <pc:docMk/>
            <pc:sldMk cId="1569624876" sldId="377"/>
            <ac:spMk id="29" creationId="{C13237C8-E62C-4F0D-A318-BD6FB6C2D138}"/>
          </ac:spMkLst>
        </pc:spChg>
        <pc:spChg chg="add del">
          <ac:chgData name="Di Florio Maurizio" userId="589e7fe6-d6fd-488d-bb93-7b916afb9dd5" providerId="ADAL" clId="{60F4317B-1D32-4D5F-A67C-40C830BCC6C2}" dt="2026-05-11T21:11:26.886" v="141" actId="26606"/>
          <ac:spMkLst>
            <pc:docMk/>
            <pc:sldMk cId="1569624876" sldId="377"/>
            <ac:spMk id="31" creationId="{19C9EAEA-39D0-4B0E-A0EB-51E7B26740B1}"/>
          </ac:spMkLst>
        </pc:spChg>
        <pc:spChg chg="add del">
          <ac:chgData name="Di Florio Maurizio" userId="589e7fe6-d6fd-488d-bb93-7b916afb9dd5" providerId="ADAL" clId="{60F4317B-1D32-4D5F-A67C-40C830BCC6C2}" dt="2026-05-11T21:11:28.564" v="143" actId="26606"/>
          <ac:spMkLst>
            <pc:docMk/>
            <pc:sldMk cId="1569624876" sldId="377"/>
            <ac:spMk id="33" creationId="{45D37F4E-DDB4-456B-97E0-9937730A039F}"/>
          </ac:spMkLst>
        </pc:spChg>
        <pc:spChg chg="add del">
          <ac:chgData name="Di Florio Maurizio" userId="589e7fe6-d6fd-488d-bb93-7b916afb9dd5" providerId="ADAL" clId="{60F4317B-1D32-4D5F-A67C-40C830BCC6C2}" dt="2026-05-11T21:11:28.564" v="143" actId="26606"/>
          <ac:spMkLst>
            <pc:docMk/>
            <pc:sldMk cId="1569624876" sldId="377"/>
            <ac:spMk id="34" creationId="{B2DD41CD-8F47-4F56-AD12-4E2FF7696987}"/>
          </ac:spMkLst>
        </pc:spChg>
        <pc:spChg chg="add 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1569624876" sldId="377"/>
            <ac:spMk id="36" creationId="{201CC55D-ED54-4C5C-95E6-10947BD1103B}"/>
          </ac:spMkLst>
        </pc:spChg>
        <pc:spChg chg="add 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1569624876" sldId="377"/>
            <ac:spMk id="38" creationId="{3873B707-463F-40B0-8227-E8CC6C67EB25}"/>
          </ac:spMkLst>
        </pc:spChg>
        <pc:spChg chg="add 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1569624876" sldId="377"/>
            <ac:spMk id="39" creationId="{C13237C8-E62C-4F0D-A318-BD6FB6C2D138}"/>
          </ac:spMkLst>
        </pc:spChg>
        <pc:spChg chg="add 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1569624876" sldId="377"/>
            <ac:spMk id="40" creationId="{19C9EAEA-39D0-4B0E-A0EB-51E7B26740B1}"/>
          </ac:spMkLst>
        </pc:spChg>
        <pc:grpChg chg="add del">
          <ac:chgData name="Di Florio Maurizio" userId="589e7fe6-d6fd-488d-bb93-7b916afb9dd5" providerId="ADAL" clId="{60F4317B-1D32-4D5F-A67C-40C830BCC6C2}" dt="2026-05-11T21:11:26.886" v="141" actId="26606"/>
          <ac:grpSpMkLst>
            <pc:docMk/>
            <pc:sldMk cId="1569624876" sldId="377"/>
            <ac:grpSpMk id="28" creationId="{1DE889C7-FAD6-4397-98E2-05D503484459}"/>
          </ac:grpSpMkLst>
        </pc:grpChg>
        <pc:grpChg chg="add">
          <ac:chgData name="Di Florio Maurizio" userId="589e7fe6-d6fd-488d-bb93-7b916afb9dd5" providerId="ADAL" clId="{60F4317B-1D32-4D5F-A67C-40C830BCC6C2}" dt="2026-05-11T21:11:28.571" v="144" actId="26606"/>
          <ac:grpSpMkLst>
            <pc:docMk/>
            <pc:sldMk cId="1569624876" sldId="377"/>
            <ac:grpSpMk id="37" creationId="{1DE889C7-FAD6-4397-98E2-05D503484459}"/>
          </ac:grpSpMkLst>
        </pc:grpChg>
        <pc:picChg chg="add del mod">
          <ac:chgData name="Di Florio Maurizio" userId="589e7fe6-d6fd-488d-bb93-7b916afb9dd5" providerId="ADAL" clId="{60F4317B-1D32-4D5F-A67C-40C830BCC6C2}" dt="2026-05-11T21:06:09.721" v="104" actId="478"/>
          <ac:picMkLst>
            <pc:docMk/>
            <pc:sldMk cId="1569624876" sldId="377"/>
            <ac:picMk id="5" creationId="{1FAEFA14-AC5B-0D43-16AF-490056158A66}"/>
          </ac:picMkLst>
        </pc:picChg>
        <pc:picChg chg="del">
          <ac:chgData name="Di Florio Maurizio" userId="589e7fe6-d6fd-488d-bb93-7b916afb9dd5" providerId="ADAL" clId="{60F4317B-1D32-4D5F-A67C-40C830BCC6C2}" dt="2026-05-11T21:02:11.766" v="29" actId="478"/>
          <ac:picMkLst>
            <pc:docMk/>
            <pc:sldMk cId="1569624876" sldId="377"/>
            <ac:picMk id="6" creationId="{C39659EC-B1A5-B688-A6ED-F56990F039A7}"/>
          </ac:picMkLst>
        </pc:picChg>
        <pc:picChg chg="add del mod">
          <ac:chgData name="Di Florio Maurizio" userId="589e7fe6-d6fd-488d-bb93-7b916afb9dd5" providerId="ADAL" clId="{60F4317B-1D32-4D5F-A67C-40C830BCC6C2}" dt="2026-05-11T21:09:34.513" v="123" actId="478"/>
          <ac:picMkLst>
            <pc:docMk/>
            <pc:sldMk cId="1569624876" sldId="377"/>
            <ac:picMk id="8" creationId="{0C802263-2282-2604-57C2-F7ADBC49934D}"/>
          </ac:picMkLst>
        </pc:picChg>
        <pc:picChg chg="add del mod">
          <ac:chgData name="Di Florio Maurizio" userId="589e7fe6-d6fd-488d-bb93-7b916afb9dd5" providerId="ADAL" clId="{60F4317B-1D32-4D5F-A67C-40C830BCC6C2}" dt="2026-05-11T21:10:56.094" v="131" actId="478"/>
          <ac:picMkLst>
            <pc:docMk/>
            <pc:sldMk cId="1569624876" sldId="377"/>
            <ac:picMk id="10" creationId="{F5E20954-31F0-AF91-89CF-41D135F79ACA}"/>
          </ac:picMkLst>
        </pc:picChg>
        <pc:picChg chg="add del">
          <ac:chgData name="Di Florio Maurizio" userId="589e7fe6-d6fd-488d-bb93-7b916afb9dd5" providerId="ADAL" clId="{60F4317B-1D32-4D5F-A67C-40C830BCC6C2}" dt="2026-05-11T21:11:05.835" v="134" actId="478"/>
          <ac:picMkLst>
            <pc:docMk/>
            <pc:sldMk cId="1569624876" sldId="377"/>
            <ac:picMk id="12" creationId="{C16C93BA-8A18-2D7B-6062-D400AD4D6CF5}"/>
          </ac:picMkLst>
        </pc:picChg>
        <pc:picChg chg="add del mod">
          <ac:chgData name="Di Florio Maurizio" userId="589e7fe6-d6fd-488d-bb93-7b916afb9dd5" providerId="ADAL" clId="{60F4317B-1D32-4D5F-A67C-40C830BCC6C2}" dt="2026-05-11T21:11:11.225" v="136" actId="478"/>
          <ac:picMkLst>
            <pc:docMk/>
            <pc:sldMk cId="1569624876" sldId="377"/>
            <ac:picMk id="14" creationId="{FD26FDE7-B1BC-C334-FFCA-373F30DFFE1F}"/>
          </ac:picMkLst>
        </pc:picChg>
        <pc:picChg chg="add del mod">
          <ac:chgData name="Di Florio Maurizio" userId="589e7fe6-d6fd-488d-bb93-7b916afb9dd5" providerId="ADAL" clId="{60F4317B-1D32-4D5F-A67C-40C830BCC6C2}" dt="2026-05-11T21:20:58.154" v="736" actId="478"/>
          <ac:picMkLst>
            <pc:docMk/>
            <pc:sldMk cId="1569624876" sldId="377"/>
            <ac:picMk id="16" creationId="{D89828B2-4D10-7412-4B39-0A1F4F32B71B}"/>
          </ac:picMkLst>
        </pc:picChg>
        <pc:picChg chg="add del">
          <ac:chgData name="Di Florio Maurizio" userId="589e7fe6-d6fd-488d-bb93-7b916afb9dd5" providerId="ADAL" clId="{60F4317B-1D32-4D5F-A67C-40C830BCC6C2}" dt="2026-05-11T21:20:10.091" v="734" actId="22"/>
          <ac:picMkLst>
            <pc:docMk/>
            <pc:sldMk cId="1569624876" sldId="377"/>
            <ac:picMk id="18" creationId="{F4C4391E-119C-B602-B331-4372A611E811}"/>
          </ac:picMkLst>
        </pc:picChg>
        <pc:picChg chg="add mod">
          <ac:chgData name="Di Florio Maurizio" userId="589e7fe6-d6fd-488d-bb93-7b916afb9dd5" providerId="ADAL" clId="{60F4317B-1D32-4D5F-A67C-40C830BCC6C2}" dt="2026-05-11T21:21:09.536" v="740" actId="1076"/>
          <ac:picMkLst>
            <pc:docMk/>
            <pc:sldMk cId="1569624876" sldId="377"/>
            <ac:picMk id="20" creationId="{574518A7-D221-EAF7-3249-42ED22787669}"/>
          </ac:picMkLst>
        </pc:picChg>
      </pc:sldChg>
      <pc:sldChg chg="addSp delSp modSp mod">
        <pc:chgData name="Di Florio Maurizio" userId="589e7fe6-d6fd-488d-bb93-7b916afb9dd5" providerId="ADAL" clId="{60F4317B-1D32-4D5F-A67C-40C830BCC6C2}" dt="2026-05-11T22:50:43.387" v="4525" actId="1076"/>
        <pc:sldMkLst>
          <pc:docMk/>
          <pc:sldMk cId="544351743" sldId="378"/>
        </pc:sldMkLst>
        <pc:spChg chg="mod">
          <ac:chgData name="Di Florio Maurizio" userId="589e7fe6-d6fd-488d-bb93-7b916afb9dd5" providerId="ADAL" clId="{60F4317B-1D32-4D5F-A67C-40C830BCC6C2}" dt="2026-05-11T21:26:36.592" v="795" actId="27636"/>
          <ac:spMkLst>
            <pc:docMk/>
            <pc:sldMk cId="544351743" sldId="378"/>
            <ac:spMk id="2" creationId="{29C0E30B-5C59-7CDD-C22F-5B03120736A8}"/>
          </ac:spMkLst>
        </pc:spChg>
        <pc:spChg chg="mod">
          <ac:chgData name="Di Florio Maurizio" userId="589e7fe6-d6fd-488d-bb93-7b916afb9dd5" providerId="ADAL" clId="{60F4317B-1D32-4D5F-A67C-40C830BCC6C2}" dt="2026-05-11T22:38:49.909" v="4175" actId="20577"/>
          <ac:spMkLst>
            <pc:docMk/>
            <pc:sldMk cId="544351743" sldId="378"/>
            <ac:spMk id="3" creationId="{E3498EF7-5147-FC6F-B030-DCA92CB25820}"/>
          </ac:spMkLst>
        </pc:spChg>
        <pc:picChg chg="add del mod">
          <ac:chgData name="Di Florio Maurizio" userId="589e7fe6-d6fd-488d-bb93-7b916afb9dd5" providerId="ADAL" clId="{60F4317B-1D32-4D5F-A67C-40C830BCC6C2}" dt="2026-05-11T22:50:33.763" v="4523" actId="478"/>
          <ac:picMkLst>
            <pc:docMk/>
            <pc:sldMk cId="544351743" sldId="378"/>
            <ac:picMk id="5" creationId="{01EF6CF6-AE17-CB54-4734-499DB3E75D79}"/>
          </ac:picMkLst>
        </pc:picChg>
        <pc:picChg chg="add mod">
          <ac:chgData name="Di Florio Maurizio" userId="589e7fe6-d6fd-488d-bb93-7b916afb9dd5" providerId="ADAL" clId="{60F4317B-1D32-4D5F-A67C-40C830BCC6C2}" dt="2026-05-11T22:50:43.387" v="4525" actId="1076"/>
          <ac:picMkLst>
            <pc:docMk/>
            <pc:sldMk cId="544351743" sldId="378"/>
            <ac:picMk id="6" creationId="{A194E8BD-106E-7E70-27B7-E8A8D1F405FC}"/>
          </ac:picMkLst>
        </pc:picChg>
        <pc:picChg chg="del">
          <ac:chgData name="Di Florio Maurizio" userId="589e7fe6-d6fd-488d-bb93-7b916afb9dd5" providerId="ADAL" clId="{60F4317B-1D32-4D5F-A67C-40C830BCC6C2}" dt="2026-05-11T21:25:56.025" v="783" actId="478"/>
          <ac:picMkLst>
            <pc:docMk/>
            <pc:sldMk cId="544351743" sldId="378"/>
            <ac:picMk id="9" creationId="{670A7527-A647-F5E3-1559-A3D2A6DB3A97}"/>
          </ac:picMkLst>
        </pc:picChg>
      </pc:sldChg>
      <pc:sldChg chg="modSp add del mod">
        <pc:chgData name="Di Florio Maurizio" userId="589e7fe6-d6fd-488d-bb93-7b916afb9dd5" providerId="ADAL" clId="{60F4317B-1D32-4D5F-A67C-40C830BCC6C2}" dt="2026-05-11T22:09:13.791" v="3292" actId="47"/>
        <pc:sldMkLst>
          <pc:docMk/>
          <pc:sldMk cId="2784351365" sldId="379"/>
        </pc:sldMkLst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784351365" sldId="379"/>
            <ac:spMk id="2" creationId="{E3070A66-EBF2-FF1C-8B94-6C10CB356617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2784351365" sldId="379"/>
            <ac:spMk id="3" creationId="{D6C6AA3B-ADFA-676F-9A8E-72316BC53620}"/>
          </ac:spMkLst>
        </pc:spChg>
      </pc:sldChg>
      <pc:sldChg chg="modSp del mod">
        <pc:chgData name="Di Florio Maurizio" userId="589e7fe6-d6fd-488d-bb93-7b916afb9dd5" providerId="ADAL" clId="{60F4317B-1D32-4D5F-A67C-40C830BCC6C2}" dt="2026-05-11T22:09:27.249" v="3293" actId="47"/>
        <pc:sldMkLst>
          <pc:docMk/>
          <pc:sldMk cId="1836250102" sldId="380"/>
        </pc:sldMkLst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1836250102" sldId="380"/>
            <ac:spMk id="2" creationId="{C3FE6E8B-670A-0DC0-B185-A57289811430}"/>
          </ac:spMkLst>
        </pc:spChg>
        <pc:spChg chg="mod">
          <ac:chgData name="Di Florio Maurizio" userId="589e7fe6-d6fd-488d-bb93-7b916afb9dd5" providerId="ADAL" clId="{60F4317B-1D32-4D5F-A67C-40C830BCC6C2}" dt="2026-05-11T21:12:18.537" v="207" actId="790"/>
          <ac:spMkLst>
            <pc:docMk/>
            <pc:sldMk cId="1836250102" sldId="380"/>
            <ac:spMk id="3" creationId="{3A31114C-5AEA-BA01-EBBF-82B4E90058B6}"/>
          </ac:spMkLst>
        </pc:spChg>
      </pc:sldChg>
      <pc:sldChg chg="modSp mod modAnim">
        <pc:chgData name="Di Florio Maurizio" userId="589e7fe6-d6fd-488d-bb93-7b916afb9dd5" providerId="ADAL" clId="{60F4317B-1D32-4D5F-A67C-40C830BCC6C2}" dt="2026-05-11T22:35:27.831" v="4093" actId="27636"/>
        <pc:sldMkLst>
          <pc:docMk/>
          <pc:sldMk cId="1396061772" sldId="381"/>
        </pc:sldMkLst>
        <pc:spChg chg="mod">
          <ac:chgData name="Di Florio Maurizio" userId="589e7fe6-d6fd-488d-bb93-7b916afb9dd5" providerId="ADAL" clId="{60F4317B-1D32-4D5F-A67C-40C830BCC6C2}" dt="2026-05-11T22:10:22.987" v="3307" actId="14100"/>
          <ac:spMkLst>
            <pc:docMk/>
            <pc:sldMk cId="1396061772" sldId="381"/>
            <ac:spMk id="2" creationId="{3D77E451-FD63-8134-8077-9B5B68A8ACCD}"/>
          </ac:spMkLst>
        </pc:spChg>
        <pc:spChg chg="mod">
          <ac:chgData name="Di Florio Maurizio" userId="589e7fe6-d6fd-488d-bb93-7b916afb9dd5" providerId="ADAL" clId="{60F4317B-1D32-4D5F-A67C-40C830BCC6C2}" dt="2026-05-11T22:35:27.831" v="4093" actId="27636"/>
          <ac:spMkLst>
            <pc:docMk/>
            <pc:sldMk cId="1396061772" sldId="381"/>
            <ac:spMk id="3" creationId="{FCF85B6F-59E5-B2E2-DA7C-B2C66093B2E9}"/>
          </ac:spMkLst>
        </pc:spChg>
      </pc:sldChg>
      <pc:sldChg chg="delSp modSp add mod">
        <pc:chgData name="Di Florio Maurizio" userId="589e7fe6-d6fd-488d-bb93-7b916afb9dd5" providerId="ADAL" clId="{60F4317B-1D32-4D5F-A67C-40C830BCC6C2}" dt="2026-05-11T22:38:00.037" v="4142" actId="20577"/>
        <pc:sldMkLst>
          <pc:docMk/>
          <pc:sldMk cId="3141663465" sldId="382"/>
        </pc:sldMkLst>
        <pc:spChg chg="mod">
          <ac:chgData name="Di Florio Maurizio" userId="589e7fe6-d6fd-488d-bb93-7b916afb9dd5" providerId="ADAL" clId="{60F4317B-1D32-4D5F-A67C-40C830BCC6C2}" dt="2026-05-11T21:17:10.190" v="709" actId="20577"/>
          <ac:spMkLst>
            <pc:docMk/>
            <pc:sldMk cId="3141663465" sldId="382"/>
            <ac:spMk id="2" creationId="{88D1E242-CC85-35EE-3CFA-30616B43F006}"/>
          </ac:spMkLst>
        </pc:spChg>
        <pc:spChg chg="mod">
          <ac:chgData name="Di Florio Maurizio" userId="589e7fe6-d6fd-488d-bb93-7b916afb9dd5" providerId="ADAL" clId="{60F4317B-1D32-4D5F-A67C-40C830BCC6C2}" dt="2026-05-11T22:38:00.037" v="4142" actId="20577"/>
          <ac:spMkLst>
            <pc:docMk/>
            <pc:sldMk cId="3141663465" sldId="382"/>
            <ac:spMk id="3" creationId="{FCB8AD5F-D973-ABC4-76F1-0F1A8579452E}"/>
          </ac:spMkLst>
        </pc:spChg>
        <pc:picChg chg="del">
          <ac:chgData name="Di Florio Maurizio" userId="589e7fe6-d6fd-488d-bb93-7b916afb9dd5" providerId="ADAL" clId="{60F4317B-1D32-4D5F-A67C-40C830BCC6C2}" dt="2026-05-11T21:16:57.641" v="706" actId="478"/>
          <ac:picMkLst>
            <pc:docMk/>
            <pc:sldMk cId="3141663465" sldId="382"/>
            <ac:picMk id="6" creationId="{C9745BA1-AFE9-F783-FE40-1BD74152EAB7}"/>
          </ac:picMkLst>
        </pc:picChg>
      </pc:sldChg>
      <pc:sldChg chg="addSp delSp modSp add mod">
        <pc:chgData name="Di Florio Maurizio" userId="589e7fe6-d6fd-488d-bb93-7b916afb9dd5" providerId="ADAL" clId="{60F4317B-1D32-4D5F-A67C-40C830BCC6C2}" dt="2026-05-11T22:45:09.881" v="4521" actId="12"/>
        <pc:sldMkLst>
          <pc:docMk/>
          <pc:sldMk cId="3722313827" sldId="383"/>
        </pc:sldMkLst>
        <pc:spChg chg="mod">
          <ac:chgData name="Di Florio Maurizio" userId="589e7fe6-d6fd-488d-bb93-7b916afb9dd5" providerId="ADAL" clId="{60F4317B-1D32-4D5F-A67C-40C830BCC6C2}" dt="2026-05-11T22:04:55.186" v="3082" actId="1076"/>
          <ac:spMkLst>
            <pc:docMk/>
            <pc:sldMk cId="3722313827" sldId="383"/>
            <ac:spMk id="2" creationId="{72C1D930-8E74-A249-9DD3-ACE14DF0A9A7}"/>
          </ac:spMkLst>
        </pc:spChg>
        <pc:spChg chg="mod">
          <ac:chgData name="Di Florio Maurizio" userId="589e7fe6-d6fd-488d-bb93-7b916afb9dd5" providerId="ADAL" clId="{60F4317B-1D32-4D5F-A67C-40C830BCC6C2}" dt="2026-05-11T22:45:09.881" v="4521" actId="12"/>
          <ac:spMkLst>
            <pc:docMk/>
            <pc:sldMk cId="3722313827" sldId="383"/>
            <ac:spMk id="3" creationId="{273CEEE2-9F9F-C3AD-D792-2047BFC49A11}"/>
          </ac:spMkLst>
        </pc:spChg>
        <pc:spChg chg="add mod">
          <ac:chgData name="Di Florio Maurizio" userId="589e7fe6-d6fd-488d-bb93-7b916afb9dd5" providerId="ADAL" clId="{60F4317B-1D32-4D5F-A67C-40C830BCC6C2}" dt="2026-05-11T21:45:29.079" v="2094"/>
          <ac:spMkLst>
            <pc:docMk/>
            <pc:sldMk cId="3722313827" sldId="383"/>
            <ac:spMk id="9" creationId="{DDC16458-0F8E-FBB0-BAD7-D79823B5EB18}"/>
          </ac:spMkLst>
        </pc:spChg>
        <pc:picChg chg="del">
          <ac:chgData name="Di Florio Maurizio" userId="589e7fe6-d6fd-488d-bb93-7b916afb9dd5" providerId="ADAL" clId="{60F4317B-1D32-4D5F-A67C-40C830BCC6C2}" dt="2026-05-11T21:44:40.666" v="2068" actId="478"/>
          <ac:picMkLst>
            <pc:docMk/>
            <pc:sldMk cId="3722313827" sldId="383"/>
            <ac:picMk id="5" creationId="{0F45EFD7-AA5A-D481-341A-FCB10E76BFE0}"/>
          </ac:picMkLst>
        </pc:picChg>
        <pc:picChg chg="add mod">
          <ac:chgData name="Di Florio Maurizio" userId="589e7fe6-d6fd-488d-bb93-7b916afb9dd5" providerId="ADAL" clId="{60F4317B-1D32-4D5F-A67C-40C830BCC6C2}" dt="2026-05-11T22:44:59.076" v="4519" actId="1076"/>
          <ac:picMkLst>
            <pc:docMk/>
            <pc:sldMk cId="3722313827" sldId="383"/>
            <ac:picMk id="6" creationId="{21DD93B4-3F09-CC91-2F3A-985F2F09E42B}"/>
          </ac:picMkLst>
        </pc:picChg>
        <pc:picChg chg="add del">
          <ac:chgData name="Di Florio Maurizio" userId="589e7fe6-d6fd-488d-bb93-7b916afb9dd5" providerId="ADAL" clId="{60F4317B-1D32-4D5F-A67C-40C830BCC6C2}" dt="2026-05-11T21:44:54.939" v="2071" actId="22"/>
          <ac:picMkLst>
            <pc:docMk/>
            <pc:sldMk cId="3722313827" sldId="383"/>
            <ac:picMk id="8" creationId="{BA49C11A-D4E2-20CC-8360-2DFDA85B350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EFC65A-8DCA-4FF9-9BF3-00AFA1DD301C}" type="datetimeFigureOut">
              <a:t>12/05/2026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DA1999-460E-429F-819E-26960DE7F10A}" type="slidenum"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812490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6192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6318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7393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84089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7982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82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4095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5816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8857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446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68423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12192000" cy="6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33"/>
          </a:p>
        </p:txBody>
      </p:sp>
      <p:grpSp>
        <p:nvGrpSpPr>
          <p:cNvPr id="25" name="Google Shape;25;p4"/>
          <p:cNvGrpSpPr/>
          <p:nvPr/>
        </p:nvGrpSpPr>
        <p:grpSpPr>
          <a:xfrm>
            <a:off x="1107190" y="1588342"/>
            <a:ext cx="994351" cy="61101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533"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533"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972600" y="1758200"/>
            <a:ext cx="10251600" cy="71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3467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972600" y="2771833"/>
            <a:ext cx="10251600" cy="30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14856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1219170" lvl="1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828754" lvl="2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2438339" lvl="3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3047924" lvl="4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3657509" lvl="5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4267093" lvl="6" indent="-397923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4876678" lvl="7" indent="-397923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5486263" lvl="8" indent="-397923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11381736" y="6333135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9890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</a:t>
            </a:r>
            <a:endParaRPr lang="de-DE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de-DE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4A8E5F-40E5-4553-9F3C-699F1A5B8145}" type="datetimeFigureOut">
              <a:rPr lang="de-DE" smtClean="0"/>
              <a:t>12.05.2026</a:t>
            </a:fld>
            <a:endParaRPr lang="de-DE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D45B7-DFE2-4393-8D37-380FC36BF3AA}" type="slidenum">
              <a:rPr lang="de-DE" smtClean="0"/>
              <a:t>‹N›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1931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A6836E-C603-43CB-9DA7-89D8E3FA38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96007DD-F9BF-4F0F-B8C6-C514B28419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800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8427491-09EF-C15C-78BC-56FE0250AE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3925" y="1321056"/>
            <a:ext cx="10684151" cy="1991979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ctr"/>
            <a:r>
              <a:rPr lang="it-IT" sz="52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Applicazioni multiutente e transazioni</a:t>
            </a:r>
            <a:br>
              <a:rPr lang="it-IT" sz="5200" noProof="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it-IT" noProof="0" dirty="0"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4B6FAA0-FEDB-F2BC-1DF0-6A6C79B815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1395" y="4412609"/>
            <a:ext cx="9469211" cy="127973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it-IT" sz="2400" noProof="0" dirty="0">
                <a:solidFill>
                  <a:schemeClr val="tx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Modulo 223</a:t>
            </a:r>
          </a:p>
          <a:p>
            <a:pPr marL="0" indent="0" algn="ctr">
              <a:buNone/>
            </a:pPr>
            <a:r>
              <a:rPr lang="it-IT" sz="2400" noProof="0" dirty="0">
                <a:solidFill>
                  <a:schemeClr val="tx2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Realizzare un'applicazione multiutente orientata agli oggetti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0FAFCA-5C96-453B-83B7-A9AEF7F18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67135" y="0"/>
            <a:ext cx="4324865" cy="2641149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A0F84AE-A24D-4353-B1BA-BD80DAA385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093259-3E74-43A1-944B-B106C8105E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AAA28A35-1E54-4054-BB95-42FAFA13A9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BA3A17F-F3BD-4B94-9CC8-006700210F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0398DD-AD75-4E2B-A3C6-35073082A8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-456265" y="3658536"/>
            <a:ext cx="3655725" cy="2743201"/>
            <a:chOff x="-305" y="-1"/>
            <a:chExt cx="3832880" cy="2876136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03E4F247-A844-4CD1-A37E-B7EA0DA2DB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2387B1B-D4D3-493F-8D7A-C7A89DBD4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C3404477-1F13-4859-84DA-12A303ACAD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1B8C62FD-B708-4F00-80BB-1250C60119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</p:spTree>
    <p:extLst>
      <p:ext uri="{BB962C8B-B14F-4D97-AF65-F5344CB8AC3E}">
        <p14:creationId xmlns:p14="http://schemas.microsoft.com/office/powerpoint/2010/main" val="2299082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EC69E6-6668-26CA-D3FB-932833ED0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03437017-6D6C-FC89-880B-5241B0C6C7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667512"/>
            <a:ext cx="11018520" cy="75895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4500" noProof="0" dirty="0">
                <a:latin typeface="Arial" panose="020B0604020202020204" pitchFamily="34" charset="0"/>
                <a:cs typeface="Arial" panose="020B0604020202020204" pitchFamily="34" charset="0"/>
              </a:rPr>
              <a:t>Concorrenza nelle applicazioni multiutente</a:t>
            </a:r>
          </a:p>
        </p:txBody>
      </p:sp>
      <p:sp>
        <p:nvSpPr>
          <p:cNvPr id="12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2493" y="1681544"/>
            <a:ext cx="10972800" cy="18288"/>
          </a:xfrm>
          <a:custGeom>
            <a:avLst/>
            <a:gdLst>
              <a:gd name="csX0" fmla="*/ 0 w 10972800"/>
              <a:gd name="csY0" fmla="*/ 0 h 18288"/>
              <a:gd name="csX1" fmla="*/ 356616 w 10972800"/>
              <a:gd name="csY1" fmla="*/ 0 h 18288"/>
              <a:gd name="csX2" fmla="*/ 1042416 w 10972800"/>
              <a:gd name="csY2" fmla="*/ 0 h 18288"/>
              <a:gd name="csX3" fmla="*/ 1947672 w 10972800"/>
              <a:gd name="csY3" fmla="*/ 0 h 18288"/>
              <a:gd name="csX4" fmla="*/ 2633472 w 10972800"/>
              <a:gd name="csY4" fmla="*/ 0 h 18288"/>
              <a:gd name="csX5" fmla="*/ 2990088 w 10972800"/>
              <a:gd name="csY5" fmla="*/ 0 h 18288"/>
              <a:gd name="csX6" fmla="*/ 3456432 w 10972800"/>
              <a:gd name="csY6" fmla="*/ 0 h 18288"/>
              <a:gd name="csX7" fmla="*/ 4361688 w 10972800"/>
              <a:gd name="csY7" fmla="*/ 0 h 18288"/>
              <a:gd name="csX8" fmla="*/ 5266944 w 10972800"/>
              <a:gd name="csY8" fmla="*/ 0 h 18288"/>
              <a:gd name="csX9" fmla="*/ 6172200 w 10972800"/>
              <a:gd name="csY9" fmla="*/ 0 h 18288"/>
              <a:gd name="csX10" fmla="*/ 6528816 w 10972800"/>
              <a:gd name="csY10" fmla="*/ 0 h 18288"/>
              <a:gd name="csX11" fmla="*/ 7214616 w 10972800"/>
              <a:gd name="csY11" fmla="*/ 0 h 18288"/>
              <a:gd name="csX12" fmla="*/ 7790688 w 10972800"/>
              <a:gd name="csY12" fmla="*/ 0 h 18288"/>
              <a:gd name="csX13" fmla="*/ 8147304 w 10972800"/>
              <a:gd name="csY13" fmla="*/ 0 h 18288"/>
              <a:gd name="csX14" fmla="*/ 9052560 w 10972800"/>
              <a:gd name="csY14" fmla="*/ 0 h 18288"/>
              <a:gd name="csX15" fmla="*/ 9409176 w 10972800"/>
              <a:gd name="csY15" fmla="*/ 0 h 18288"/>
              <a:gd name="csX16" fmla="*/ 9765792 w 10972800"/>
              <a:gd name="csY16" fmla="*/ 0 h 18288"/>
              <a:gd name="csX17" fmla="*/ 10341864 w 10972800"/>
              <a:gd name="csY17" fmla="*/ 0 h 18288"/>
              <a:gd name="csX18" fmla="*/ 10972800 w 10972800"/>
              <a:gd name="csY18" fmla="*/ 0 h 18288"/>
              <a:gd name="csX19" fmla="*/ 10972800 w 10972800"/>
              <a:gd name="csY19" fmla="*/ 18288 h 18288"/>
              <a:gd name="csX20" fmla="*/ 10177272 w 10972800"/>
              <a:gd name="csY20" fmla="*/ 18288 h 18288"/>
              <a:gd name="csX21" fmla="*/ 9820656 w 10972800"/>
              <a:gd name="csY21" fmla="*/ 18288 h 18288"/>
              <a:gd name="csX22" fmla="*/ 9464040 w 10972800"/>
              <a:gd name="csY22" fmla="*/ 18288 h 18288"/>
              <a:gd name="csX23" fmla="*/ 8778240 w 10972800"/>
              <a:gd name="csY23" fmla="*/ 18288 h 18288"/>
              <a:gd name="csX24" fmla="*/ 8421624 w 10972800"/>
              <a:gd name="csY24" fmla="*/ 18288 h 18288"/>
              <a:gd name="csX25" fmla="*/ 7735824 w 10972800"/>
              <a:gd name="csY25" fmla="*/ 18288 h 18288"/>
              <a:gd name="csX26" fmla="*/ 6940296 w 10972800"/>
              <a:gd name="csY26" fmla="*/ 18288 h 18288"/>
              <a:gd name="csX27" fmla="*/ 6254496 w 10972800"/>
              <a:gd name="csY27" fmla="*/ 18288 h 18288"/>
              <a:gd name="csX28" fmla="*/ 5458968 w 10972800"/>
              <a:gd name="csY28" fmla="*/ 18288 h 18288"/>
              <a:gd name="csX29" fmla="*/ 4663440 w 10972800"/>
              <a:gd name="csY29" fmla="*/ 18288 h 18288"/>
              <a:gd name="csX30" fmla="*/ 4306824 w 10972800"/>
              <a:gd name="csY30" fmla="*/ 18288 h 18288"/>
              <a:gd name="csX31" fmla="*/ 3840480 w 10972800"/>
              <a:gd name="csY31" fmla="*/ 18288 h 18288"/>
              <a:gd name="csX32" fmla="*/ 3264408 w 10972800"/>
              <a:gd name="csY32" fmla="*/ 18288 h 18288"/>
              <a:gd name="csX33" fmla="*/ 2578608 w 10972800"/>
              <a:gd name="csY33" fmla="*/ 18288 h 18288"/>
              <a:gd name="csX34" fmla="*/ 1673352 w 10972800"/>
              <a:gd name="csY34" fmla="*/ 18288 h 18288"/>
              <a:gd name="csX35" fmla="*/ 877824 w 10972800"/>
              <a:gd name="csY35" fmla="*/ 18288 h 18288"/>
              <a:gd name="csX36" fmla="*/ 0 w 10972800"/>
              <a:gd name="csY36" fmla="*/ 18288 h 18288"/>
              <a:gd name="csX37" fmla="*/ 0 w 10972800"/>
              <a:gd name="csY37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</a:cxnLst>
            <a:rect l="l" t="t" r="r" b="b"/>
            <a:pathLst>
              <a:path w="10972800" h="18288" fill="none" extrusionOk="0">
                <a:moveTo>
                  <a:pt x="0" y="0"/>
                </a:moveTo>
                <a:cubicBezTo>
                  <a:pt x="165916" y="-1866"/>
                  <a:pt x="188720" y="13756"/>
                  <a:pt x="356616" y="0"/>
                </a:cubicBezTo>
                <a:cubicBezTo>
                  <a:pt x="524512" y="-13756"/>
                  <a:pt x="734781" y="8922"/>
                  <a:pt x="1042416" y="0"/>
                </a:cubicBezTo>
                <a:cubicBezTo>
                  <a:pt x="1350051" y="-8922"/>
                  <a:pt x="1595982" y="-26315"/>
                  <a:pt x="1947672" y="0"/>
                </a:cubicBezTo>
                <a:cubicBezTo>
                  <a:pt x="2299362" y="26315"/>
                  <a:pt x="2292691" y="-19526"/>
                  <a:pt x="2633472" y="0"/>
                </a:cubicBezTo>
                <a:cubicBezTo>
                  <a:pt x="2974253" y="19526"/>
                  <a:pt x="2857309" y="10773"/>
                  <a:pt x="2990088" y="0"/>
                </a:cubicBezTo>
                <a:cubicBezTo>
                  <a:pt x="3122867" y="-10773"/>
                  <a:pt x="3359343" y="7194"/>
                  <a:pt x="3456432" y="0"/>
                </a:cubicBezTo>
                <a:cubicBezTo>
                  <a:pt x="3553521" y="-7194"/>
                  <a:pt x="4136258" y="5108"/>
                  <a:pt x="4361688" y="0"/>
                </a:cubicBezTo>
                <a:cubicBezTo>
                  <a:pt x="4587118" y="-5108"/>
                  <a:pt x="4992424" y="-42958"/>
                  <a:pt x="5266944" y="0"/>
                </a:cubicBezTo>
                <a:cubicBezTo>
                  <a:pt x="5541464" y="42958"/>
                  <a:pt x="5882966" y="-3430"/>
                  <a:pt x="6172200" y="0"/>
                </a:cubicBezTo>
                <a:cubicBezTo>
                  <a:pt x="6461434" y="3430"/>
                  <a:pt x="6432127" y="6688"/>
                  <a:pt x="6528816" y="0"/>
                </a:cubicBezTo>
                <a:cubicBezTo>
                  <a:pt x="6625505" y="-6688"/>
                  <a:pt x="6916805" y="-436"/>
                  <a:pt x="7214616" y="0"/>
                </a:cubicBezTo>
                <a:cubicBezTo>
                  <a:pt x="7512427" y="436"/>
                  <a:pt x="7626159" y="-6909"/>
                  <a:pt x="7790688" y="0"/>
                </a:cubicBezTo>
                <a:cubicBezTo>
                  <a:pt x="7955217" y="6909"/>
                  <a:pt x="8048891" y="15307"/>
                  <a:pt x="8147304" y="0"/>
                </a:cubicBezTo>
                <a:cubicBezTo>
                  <a:pt x="8245717" y="-15307"/>
                  <a:pt x="8645618" y="-11734"/>
                  <a:pt x="9052560" y="0"/>
                </a:cubicBezTo>
                <a:cubicBezTo>
                  <a:pt x="9459502" y="11734"/>
                  <a:pt x="9320584" y="8388"/>
                  <a:pt x="9409176" y="0"/>
                </a:cubicBezTo>
                <a:cubicBezTo>
                  <a:pt x="9497768" y="-8388"/>
                  <a:pt x="9644192" y="8379"/>
                  <a:pt x="9765792" y="0"/>
                </a:cubicBezTo>
                <a:cubicBezTo>
                  <a:pt x="9887392" y="-8379"/>
                  <a:pt x="10105220" y="-12663"/>
                  <a:pt x="10341864" y="0"/>
                </a:cubicBezTo>
                <a:cubicBezTo>
                  <a:pt x="10578508" y="12663"/>
                  <a:pt x="10773103" y="-5786"/>
                  <a:pt x="10972800" y="0"/>
                </a:cubicBezTo>
                <a:cubicBezTo>
                  <a:pt x="10972146" y="8818"/>
                  <a:pt x="10972240" y="13823"/>
                  <a:pt x="10972800" y="18288"/>
                </a:cubicBezTo>
                <a:cubicBezTo>
                  <a:pt x="10588778" y="31598"/>
                  <a:pt x="10543381" y="-12698"/>
                  <a:pt x="10177272" y="18288"/>
                </a:cubicBezTo>
                <a:cubicBezTo>
                  <a:pt x="9811163" y="49274"/>
                  <a:pt x="9996817" y="25662"/>
                  <a:pt x="9820656" y="18288"/>
                </a:cubicBezTo>
                <a:cubicBezTo>
                  <a:pt x="9644495" y="10914"/>
                  <a:pt x="9607007" y="31631"/>
                  <a:pt x="9464040" y="18288"/>
                </a:cubicBezTo>
                <a:cubicBezTo>
                  <a:pt x="9321073" y="4945"/>
                  <a:pt x="9114189" y="28940"/>
                  <a:pt x="8778240" y="18288"/>
                </a:cubicBezTo>
                <a:cubicBezTo>
                  <a:pt x="8442291" y="7636"/>
                  <a:pt x="8594763" y="987"/>
                  <a:pt x="8421624" y="18288"/>
                </a:cubicBezTo>
                <a:cubicBezTo>
                  <a:pt x="8248485" y="35589"/>
                  <a:pt x="7929515" y="37573"/>
                  <a:pt x="7735824" y="18288"/>
                </a:cubicBezTo>
                <a:cubicBezTo>
                  <a:pt x="7542133" y="-997"/>
                  <a:pt x="7252504" y="33858"/>
                  <a:pt x="6940296" y="18288"/>
                </a:cubicBezTo>
                <a:cubicBezTo>
                  <a:pt x="6628088" y="2718"/>
                  <a:pt x="6528503" y="48389"/>
                  <a:pt x="6254496" y="18288"/>
                </a:cubicBezTo>
                <a:cubicBezTo>
                  <a:pt x="5980489" y="-11813"/>
                  <a:pt x="5695784" y="-3740"/>
                  <a:pt x="5458968" y="18288"/>
                </a:cubicBezTo>
                <a:cubicBezTo>
                  <a:pt x="5222152" y="40316"/>
                  <a:pt x="5010751" y="19095"/>
                  <a:pt x="4663440" y="18288"/>
                </a:cubicBezTo>
                <a:cubicBezTo>
                  <a:pt x="4316129" y="17481"/>
                  <a:pt x="4425552" y="1606"/>
                  <a:pt x="4306824" y="18288"/>
                </a:cubicBezTo>
                <a:cubicBezTo>
                  <a:pt x="4188096" y="34970"/>
                  <a:pt x="3941535" y="7481"/>
                  <a:pt x="3840480" y="18288"/>
                </a:cubicBezTo>
                <a:cubicBezTo>
                  <a:pt x="3739425" y="29095"/>
                  <a:pt x="3402388" y="17641"/>
                  <a:pt x="3264408" y="18288"/>
                </a:cubicBezTo>
                <a:cubicBezTo>
                  <a:pt x="3126428" y="18935"/>
                  <a:pt x="2776779" y="9983"/>
                  <a:pt x="2578608" y="18288"/>
                </a:cubicBezTo>
                <a:cubicBezTo>
                  <a:pt x="2380437" y="26593"/>
                  <a:pt x="1909468" y="25818"/>
                  <a:pt x="1673352" y="18288"/>
                </a:cubicBezTo>
                <a:cubicBezTo>
                  <a:pt x="1437236" y="10758"/>
                  <a:pt x="1131180" y="49884"/>
                  <a:pt x="877824" y="18288"/>
                </a:cubicBezTo>
                <a:cubicBezTo>
                  <a:pt x="624468" y="-13308"/>
                  <a:pt x="206753" y="2195"/>
                  <a:pt x="0" y="18288"/>
                </a:cubicBezTo>
                <a:cubicBezTo>
                  <a:pt x="313" y="10654"/>
                  <a:pt x="-263" y="4056"/>
                  <a:pt x="0" y="0"/>
                </a:cubicBezTo>
                <a:close/>
              </a:path>
              <a:path w="10972800" h="18288" stroke="0" extrusionOk="0">
                <a:moveTo>
                  <a:pt x="0" y="0"/>
                </a:moveTo>
                <a:cubicBezTo>
                  <a:pt x="164017" y="-17675"/>
                  <a:pt x="309425" y="9913"/>
                  <a:pt x="466344" y="0"/>
                </a:cubicBezTo>
                <a:cubicBezTo>
                  <a:pt x="623263" y="-9913"/>
                  <a:pt x="659300" y="-14524"/>
                  <a:pt x="822960" y="0"/>
                </a:cubicBezTo>
                <a:cubicBezTo>
                  <a:pt x="986620" y="14524"/>
                  <a:pt x="1105222" y="-16481"/>
                  <a:pt x="1289304" y="0"/>
                </a:cubicBezTo>
                <a:cubicBezTo>
                  <a:pt x="1473386" y="16481"/>
                  <a:pt x="1693223" y="26161"/>
                  <a:pt x="1975104" y="0"/>
                </a:cubicBezTo>
                <a:cubicBezTo>
                  <a:pt x="2256985" y="-26161"/>
                  <a:pt x="2435781" y="23061"/>
                  <a:pt x="2770632" y="0"/>
                </a:cubicBezTo>
                <a:cubicBezTo>
                  <a:pt x="3105483" y="-23061"/>
                  <a:pt x="3247479" y="-44011"/>
                  <a:pt x="3675888" y="0"/>
                </a:cubicBezTo>
                <a:cubicBezTo>
                  <a:pt x="4104297" y="44011"/>
                  <a:pt x="4280918" y="4017"/>
                  <a:pt x="4581144" y="0"/>
                </a:cubicBezTo>
                <a:cubicBezTo>
                  <a:pt x="4881370" y="-4017"/>
                  <a:pt x="5021699" y="-11889"/>
                  <a:pt x="5157216" y="0"/>
                </a:cubicBezTo>
                <a:cubicBezTo>
                  <a:pt x="5292733" y="11889"/>
                  <a:pt x="5603398" y="-17698"/>
                  <a:pt x="5952744" y="0"/>
                </a:cubicBezTo>
                <a:cubicBezTo>
                  <a:pt x="6302090" y="17698"/>
                  <a:pt x="6353093" y="-11909"/>
                  <a:pt x="6638544" y="0"/>
                </a:cubicBezTo>
                <a:cubicBezTo>
                  <a:pt x="6923995" y="11909"/>
                  <a:pt x="7053404" y="21630"/>
                  <a:pt x="7214616" y="0"/>
                </a:cubicBezTo>
                <a:cubicBezTo>
                  <a:pt x="7375828" y="-21630"/>
                  <a:pt x="7837963" y="3886"/>
                  <a:pt x="8010144" y="0"/>
                </a:cubicBezTo>
                <a:cubicBezTo>
                  <a:pt x="8182325" y="-3886"/>
                  <a:pt x="8224183" y="16009"/>
                  <a:pt x="8366760" y="0"/>
                </a:cubicBezTo>
                <a:cubicBezTo>
                  <a:pt x="8509337" y="-16009"/>
                  <a:pt x="8687920" y="-5720"/>
                  <a:pt x="8942832" y="0"/>
                </a:cubicBezTo>
                <a:cubicBezTo>
                  <a:pt x="9197744" y="5720"/>
                  <a:pt x="9368437" y="20479"/>
                  <a:pt x="9628632" y="0"/>
                </a:cubicBezTo>
                <a:cubicBezTo>
                  <a:pt x="9888827" y="-20479"/>
                  <a:pt x="10560858" y="-20746"/>
                  <a:pt x="10972800" y="0"/>
                </a:cubicBezTo>
                <a:cubicBezTo>
                  <a:pt x="10972186" y="5722"/>
                  <a:pt x="10972980" y="12495"/>
                  <a:pt x="10972800" y="18288"/>
                </a:cubicBezTo>
                <a:cubicBezTo>
                  <a:pt x="10786146" y="12536"/>
                  <a:pt x="10623717" y="14033"/>
                  <a:pt x="10506456" y="18288"/>
                </a:cubicBezTo>
                <a:cubicBezTo>
                  <a:pt x="10389195" y="22543"/>
                  <a:pt x="10296178" y="20107"/>
                  <a:pt x="10149840" y="18288"/>
                </a:cubicBezTo>
                <a:cubicBezTo>
                  <a:pt x="10003502" y="16469"/>
                  <a:pt x="9767530" y="28891"/>
                  <a:pt x="9464040" y="18288"/>
                </a:cubicBezTo>
                <a:cubicBezTo>
                  <a:pt x="9160550" y="7685"/>
                  <a:pt x="9229050" y="2659"/>
                  <a:pt x="8997696" y="18288"/>
                </a:cubicBezTo>
                <a:cubicBezTo>
                  <a:pt x="8766342" y="33917"/>
                  <a:pt x="8340136" y="34864"/>
                  <a:pt x="8092440" y="18288"/>
                </a:cubicBezTo>
                <a:cubicBezTo>
                  <a:pt x="7844744" y="1712"/>
                  <a:pt x="7863720" y="27405"/>
                  <a:pt x="7735824" y="18288"/>
                </a:cubicBezTo>
                <a:cubicBezTo>
                  <a:pt x="7607928" y="9171"/>
                  <a:pt x="7323619" y="461"/>
                  <a:pt x="7050024" y="18288"/>
                </a:cubicBezTo>
                <a:cubicBezTo>
                  <a:pt x="6776429" y="36115"/>
                  <a:pt x="6787899" y="28206"/>
                  <a:pt x="6693408" y="18288"/>
                </a:cubicBezTo>
                <a:cubicBezTo>
                  <a:pt x="6598917" y="8370"/>
                  <a:pt x="6395231" y="19114"/>
                  <a:pt x="6227064" y="18288"/>
                </a:cubicBezTo>
                <a:cubicBezTo>
                  <a:pt x="6058897" y="17462"/>
                  <a:pt x="5618582" y="1091"/>
                  <a:pt x="5431536" y="18288"/>
                </a:cubicBezTo>
                <a:cubicBezTo>
                  <a:pt x="5244490" y="35485"/>
                  <a:pt x="4729797" y="-9650"/>
                  <a:pt x="4526280" y="18288"/>
                </a:cubicBezTo>
                <a:cubicBezTo>
                  <a:pt x="4322763" y="46226"/>
                  <a:pt x="4216797" y="756"/>
                  <a:pt x="4059936" y="18288"/>
                </a:cubicBezTo>
                <a:cubicBezTo>
                  <a:pt x="3903075" y="35820"/>
                  <a:pt x="3537912" y="42098"/>
                  <a:pt x="3374136" y="18288"/>
                </a:cubicBezTo>
                <a:cubicBezTo>
                  <a:pt x="3210360" y="-5522"/>
                  <a:pt x="3126842" y="39135"/>
                  <a:pt x="2907792" y="18288"/>
                </a:cubicBezTo>
                <a:cubicBezTo>
                  <a:pt x="2688742" y="-2559"/>
                  <a:pt x="2490436" y="34100"/>
                  <a:pt x="2112264" y="18288"/>
                </a:cubicBezTo>
                <a:cubicBezTo>
                  <a:pt x="1734092" y="2476"/>
                  <a:pt x="1744622" y="-7274"/>
                  <a:pt x="1536192" y="18288"/>
                </a:cubicBezTo>
                <a:cubicBezTo>
                  <a:pt x="1327762" y="43850"/>
                  <a:pt x="1189025" y="6435"/>
                  <a:pt x="1069848" y="18288"/>
                </a:cubicBezTo>
                <a:cubicBezTo>
                  <a:pt x="950671" y="30141"/>
                  <a:pt x="858345" y="33684"/>
                  <a:pt x="713232" y="18288"/>
                </a:cubicBezTo>
                <a:cubicBezTo>
                  <a:pt x="568119" y="2892"/>
                  <a:pt x="250292" y="5410"/>
                  <a:pt x="0" y="18288"/>
                </a:cubicBezTo>
                <a:cubicBezTo>
                  <a:pt x="465" y="13062"/>
                  <a:pt x="-894" y="9029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8F57532-3E55-268A-760B-A3D6848643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492" y="2071316"/>
            <a:ext cx="7560610" cy="411917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00000"/>
              </a:lnSpc>
            </a:pPr>
            <a:r>
              <a:rPr lang="it-IT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Anna e Gino hanno un conto cointestato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Anna accede e vede un saldo di 1000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€ ma subito dopo anche </a:t>
            </a:r>
            <a:r>
              <a:rPr lang="it-IT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Gino accede e vede lo stesso saldo di 1000€.</a:t>
            </a:r>
          </a:p>
          <a:p>
            <a:pPr>
              <a:lnSpc>
                <a:spcPct val="100000"/>
              </a:lnSpc>
            </a:pPr>
            <a:r>
              <a:rPr lang="it-IT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Entrambi inviano una richiesta di prelievo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 in due istanti molto ravvicinati</a:t>
            </a:r>
            <a:r>
              <a:rPr lang="it-IT" sz="1400" noProof="0" dirty="0">
                <a:latin typeface="Arial" panose="020B0604020202020204" pitchFamily="34" charset="0"/>
                <a:cs typeface="Arial" panose="020B0604020202020204" pitchFamily="34" charset="0"/>
              </a:rPr>
              <a:t>, Anna di 500€ e Gino di 600€.</a:t>
            </a:r>
          </a:p>
          <a:p>
            <a:pPr>
              <a:lnSpc>
                <a:spcPct val="100000"/>
              </a:lnSpc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Il prelievo di Anna calcola un saldo residuo di </a:t>
            </a:r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500€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, mentre quello di Gino un saldo residuo di </a:t>
            </a:r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400€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Se le due operazioni vengono eseguite contemporaneamente senza controllo, l’ultimo aggiornamento può sovrascrivere il precedente, producendo un saldo finale errato (</a:t>
            </a:r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500€ oppure 400€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00000"/>
              </a:lnSpc>
            </a:pP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Questo problema si chiama </a:t>
            </a:r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race </a:t>
            </a:r>
            <a:r>
              <a:rPr lang="it-IT" sz="1400" b="1" dirty="0" err="1">
                <a:latin typeface="Arial" panose="020B0604020202020204" pitchFamily="34" charset="0"/>
                <a:cs typeface="Arial" panose="020B0604020202020204" pitchFamily="34" charset="0"/>
              </a:rPr>
              <a:t>condition</a:t>
            </a:r>
            <a:r>
              <a:rPr lang="it-IT" sz="1400" dirty="0">
                <a:latin typeface="Arial" panose="020B0604020202020204" pitchFamily="34" charset="0"/>
                <a:cs typeface="Arial" panose="020B0604020202020204" pitchFamily="34" charset="0"/>
              </a:rPr>
              <a:t>: due operazioni concorrenti che modificano la stessa risorsa condivisa causando inconsistenza dei dati.</a:t>
            </a:r>
          </a:p>
          <a:p>
            <a:pPr>
              <a:lnSpc>
                <a:spcPct val="100000"/>
              </a:lnSpc>
            </a:pPr>
            <a:r>
              <a:rPr lang="it-IT" sz="1400" b="1" dirty="0">
                <a:latin typeface="Arial" panose="020B0604020202020204" pitchFamily="34" charset="0"/>
                <a:cs typeface="Arial" panose="020B0604020202020204" pitchFamily="34" charset="0"/>
              </a:rPr>
              <a:t>Soluzione: Transazione (Atomicità + Isolamento)</a:t>
            </a:r>
          </a:p>
          <a:p>
            <a:pPr lvl="1">
              <a:lnSpc>
                <a:spcPct val="100000"/>
              </a:lnSpc>
            </a:pPr>
            <a:r>
              <a:rPr lang="it-IT" sz="1050" b="1" dirty="0">
                <a:latin typeface="Arial" panose="020B0604020202020204" pitchFamily="34" charset="0"/>
                <a:cs typeface="Arial" panose="020B0604020202020204" pitchFamily="34" charset="0"/>
              </a:rPr>
              <a:t>Atomicità</a:t>
            </a:r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: aggiornamento indivisibile (tutto o niente) </a:t>
            </a:r>
          </a:p>
          <a:p>
            <a:pPr lvl="1">
              <a:lnSpc>
                <a:spcPct val="100000"/>
              </a:lnSpc>
            </a:pPr>
            <a:r>
              <a:rPr lang="it-IT" sz="1050" b="1" dirty="0">
                <a:latin typeface="Arial" panose="020B0604020202020204" pitchFamily="34" charset="0"/>
                <a:cs typeface="Arial" panose="020B0604020202020204" pitchFamily="34" charset="0"/>
              </a:rPr>
              <a:t>Isolamento</a:t>
            </a:r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: due transazioni concorrenti non devono interferire</a:t>
            </a:r>
          </a:p>
          <a:p>
            <a:pPr lvl="1">
              <a:lnSpc>
                <a:spcPct val="100000"/>
              </a:lnSpc>
            </a:pPr>
            <a:r>
              <a:rPr lang="it-IT" sz="1050" dirty="0">
                <a:latin typeface="Arial" panose="020B0604020202020204" pitchFamily="34" charset="0"/>
                <a:cs typeface="Arial" panose="020B0604020202020204" pitchFamily="34" charset="0"/>
              </a:rPr>
              <a:t>Grazie alla transazione il saldo finale sarà sempre corretto e consistente.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9452BD3A-9DE7-E2E5-DCEF-EAF87CD935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54" r="13178" b="-3"/>
          <a:stretch/>
        </p:blipFill>
        <p:spPr>
          <a:xfrm>
            <a:off x="8133102" y="2093976"/>
            <a:ext cx="3483619" cy="362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12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42D33-998B-762B-4BC7-D34B2E06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7E451-FD63-8134-8077-9B5B68A8A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941037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Concorrenza nelle applicazioni multiutente</a:t>
            </a:r>
            <a:endParaRPr lang="it-IT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F85B6F-59E5-B2E2-DA7C-B2C66093B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493" y="2071316"/>
            <a:ext cx="5420122" cy="411917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Esempio 2</a:t>
            </a:r>
          </a:p>
          <a:p>
            <a:pPr marL="0" indent="0" algn="ctr">
              <a:lnSpc>
                <a:spcPct val="100000"/>
              </a:lnSpc>
              <a:buNone/>
            </a:pPr>
            <a:endParaRPr lang="it-IT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Anna e Gino condividono anche l’account del loro social preferito. </a:t>
            </a:r>
          </a:p>
          <a:p>
            <a:pPr>
              <a:lnSpc>
                <a:spcPct val="10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Anna aggiorna l’indirizzo mentre Gino cancella l’account.</a:t>
            </a:r>
          </a:p>
          <a:p>
            <a:pPr>
              <a:lnSpc>
                <a:spcPct val="10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Anche in questo caso il sistema potrebbe finire in uno stato </a:t>
            </a: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inconsistente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, con un indirizzo associato a un account inesistente</a:t>
            </a:r>
          </a:p>
          <a:p>
            <a:pPr>
              <a:lnSpc>
                <a:spcPct val="100000"/>
              </a:lnSpc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Soluzione: </a:t>
            </a:r>
            <a:b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Transazione 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(atomicità e isolamento)</a:t>
            </a:r>
            <a:endParaRPr lang="it-IT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445D315-5DD6-B9E0-B74D-977BAE34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386" y="2071316"/>
            <a:ext cx="5622117" cy="375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1380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42D33-998B-762B-4BC7-D34B2E06D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77E451-FD63-8134-8077-9B5B68A8A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96846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Concorrenza nelle applicazioni multiutente</a:t>
            </a:r>
            <a:endParaRPr lang="it-IT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F85B6F-59E5-B2E2-DA7C-B2C66093B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493" y="2071316"/>
            <a:ext cx="5420122" cy="4119172"/>
          </a:xfrm>
        </p:spPr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Esempio 3</a:t>
            </a:r>
          </a:p>
          <a:p>
            <a:pPr>
              <a:lnSpc>
                <a:spcPct val="10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Giroconto bancario: versare 100 CHF dal conto A al conto B</a:t>
            </a:r>
          </a:p>
          <a:p>
            <a:pPr>
              <a:lnSpc>
                <a:spcPct val="10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L’azione si sviluppa in 2 fasi: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it-IT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Prelievo di 100 CHF dal conto A</a:t>
            </a:r>
          </a:p>
          <a:p>
            <a:pPr marL="914400" lvl="1" indent="-457200">
              <a:lnSpc>
                <a:spcPct val="100000"/>
              </a:lnSpc>
              <a:buFont typeface="+mj-lt"/>
              <a:buAutoNum type="arabicPeriod"/>
            </a:pPr>
            <a:r>
              <a:rPr lang="it-IT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Versamento di 100 CHF sul conto B</a:t>
            </a:r>
          </a:p>
          <a:p>
            <a:pPr>
              <a:lnSpc>
                <a:spcPct val="10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Supponiamo però che dopo aver prelevato la somma dal conto A, per un qualunque problema (es. di rete) non si riesca poi a depositarla sul conto B, come si dovrebbe procedere?</a:t>
            </a:r>
          </a:p>
          <a:p>
            <a:pPr>
              <a:lnSpc>
                <a:spcPct val="100000"/>
              </a:lnSpc>
            </a:pP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Soluzione: </a:t>
            </a:r>
            <a:b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2400" b="1" dirty="0">
                <a:latin typeface="Arial" panose="020B0604020202020204" pitchFamily="34" charset="0"/>
                <a:cs typeface="Arial" panose="020B0604020202020204" pitchFamily="34" charset="0"/>
              </a:rPr>
              <a:t>Transazione </a:t>
            </a:r>
            <a:r>
              <a:rPr lang="it-IT" sz="2400" dirty="0">
                <a:latin typeface="Arial" panose="020B0604020202020204" pitchFamily="34" charset="0"/>
                <a:cs typeface="Arial" panose="020B0604020202020204" pitchFamily="34" charset="0"/>
              </a:rPr>
              <a:t>(atomicità e isolamento)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445D315-5DD6-B9E0-B74D-977BAE34A8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386" y="2071316"/>
            <a:ext cx="5622117" cy="3750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0617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3CAE4B-59DB-D1B7-666D-54F624783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F0F1110-E24E-0242-B245-BAE35AE79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39"/>
            <a:ext cx="11018520" cy="143441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5400" noProof="0" dirty="0">
                <a:latin typeface="Arial" panose="020B0604020202020204" pitchFamily="34" charset="0"/>
                <a:cs typeface="Arial" panose="020B0604020202020204" pitchFamily="34" charset="0"/>
              </a:rPr>
              <a:t>Le transazioni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6B5DB75-A0E9-5734-2607-950B474524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493" y="2071316"/>
            <a:ext cx="5767950" cy="4119172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Si tratta di un meccanismo che ci permette di raggruppare una serie di operazioni in </a:t>
            </a: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una sola unità atomica e indivisibile</a:t>
            </a:r>
          </a:p>
          <a:p>
            <a:pPr>
              <a:lnSpc>
                <a:spcPct val="11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Una transazione applica il principio del </a:t>
            </a: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tutto o niente: 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o tutto il gruppo di operazioni va a buon fine oppure tutte vengono annullate</a:t>
            </a:r>
          </a:p>
          <a:p>
            <a:pPr>
              <a:lnSpc>
                <a:spcPct val="11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Se anche una sola operazione all'interno di una transazione fallisce, tutte quelle già eseguite vengono automaticamente annullate (</a:t>
            </a:r>
            <a:r>
              <a:rPr lang="it-IT" sz="24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rollback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>
              <a:lnSpc>
                <a:spcPct val="11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Realizzare questo meccanismo automatico non è banale e coinvolge i meccanismi che governano il DB. </a:t>
            </a:r>
          </a:p>
          <a:p>
            <a:pPr>
              <a:lnSpc>
                <a:spcPct val="11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Spring però ha implementato tutta la logica necessaria e ci mette a disposizione la semplice annotation </a:t>
            </a: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@Transactional 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per usarla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507A299E-CF9B-50F0-BB7C-8959BF669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0443" y="2071316"/>
            <a:ext cx="5491174" cy="411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580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A5B8-B95E-E00E-A230-6B4389B94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584DC93-5E83-3E11-F52C-460AE1975B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40"/>
            <a:ext cx="11018520" cy="102209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4800" noProof="0" dirty="0">
                <a:latin typeface="Arial" panose="020B0604020202020204" pitchFamily="34" charset="0"/>
                <a:cs typeface="Arial" panose="020B0604020202020204" pitchFamily="34" charset="0"/>
              </a:rPr>
              <a:t>Le transazioni in Spring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5DD1D51-6E50-CEDB-12EB-A7A45C3D4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493" y="1394283"/>
            <a:ext cx="7264518" cy="4787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Implementare il codice mostrato accanto, allo scopo di simulare il funzionamento di un trasferimento bancario tra 2 conti</a:t>
            </a:r>
          </a:p>
          <a:p>
            <a:pPr>
              <a:lnSpc>
                <a:spcPct val="100000"/>
              </a:lnSpc>
            </a:pPr>
            <a:endParaRPr lang="it-IT" sz="2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Creare nuovo progetto dal nome </a:t>
            </a:r>
            <a:r>
              <a:rPr lang="it-IT" sz="24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SpringTransaction</a:t>
            </a: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ed importare i moduli </a:t>
            </a: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JPA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H2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(e </a:t>
            </a: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Lombok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00000"/>
              </a:lnSpc>
            </a:pPr>
            <a:endParaRPr lang="it-IT" sz="2400" b="1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Implementare la classe di dominio </a:t>
            </a:r>
            <a:r>
              <a:rPr lang="it-IT" sz="2400" b="1" noProof="0" dirty="0">
                <a:latin typeface="Arial" panose="020B0604020202020204" pitchFamily="34" charset="0"/>
                <a:cs typeface="Arial" panose="020B0604020202020204" pitchFamily="34" charset="0"/>
              </a:rPr>
              <a:t>Account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e l’interfaccia </a:t>
            </a:r>
            <a:r>
              <a:rPr lang="it-IT" sz="24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AccountRepository</a:t>
            </a:r>
            <a:r>
              <a:rPr lang="it-IT" sz="2400" noProof="0" dirty="0">
                <a:latin typeface="Arial" panose="020B0604020202020204" pitchFamily="34" charset="0"/>
                <a:cs typeface="Arial" panose="020B0604020202020204" pitchFamily="34" charset="0"/>
              </a:rPr>
              <a:t> come di lato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267615A-E43C-BA64-D9BC-B82B7B2985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5256" y="1319354"/>
            <a:ext cx="2755933" cy="3177146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B42C8320-2564-F48D-2E95-77855B3742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011" y="4785704"/>
            <a:ext cx="4016633" cy="1022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00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E70364-C218-177D-C0E8-A0D1001BD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0">
            <a:extLst>
              <a:ext uri="{FF2B5EF4-FFF2-40B4-BE49-F238E27FC236}">
                <a16:creationId xmlns:a16="http://schemas.microsoft.com/office/drawing/2014/main" id="{201CC55D-ED54-4C5C-95E6-10947BD110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63118D7-996B-B9BD-012C-66C1FB3C1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4896840" cy="112806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z="4000" noProof="0" dirty="0"/>
              <a:t>Le transazioni in Spring</a:t>
            </a:r>
          </a:p>
        </p:txBody>
      </p:sp>
      <p:grpSp>
        <p:nvGrpSpPr>
          <p:cNvPr id="37" name="Group 22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noProof="0" dirty="0"/>
            </a:p>
          </p:txBody>
        </p:sp>
      </p:grpSp>
      <p:sp>
        <p:nvSpPr>
          <p:cNvPr id="38" name="Rectangle 26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090569"/>
            <a:ext cx="429768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A88D6C3-4CC0-860A-4962-5C28E28B8C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0719" y="2330505"/>
            <a:ext cx="4559425" cy="397958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sz="1900" noProof="0" dirty="0"/>
              <a:t>Creare la classe </a:t>
            </a:r>
            <a:r>
              <a:rPr lang="it-IT" sz="1900" noProof="0" dirty="0" err="1"/>
              <a:t>AccountService</a:t>
            </a:r>
            <a:endParaRPr lang="it-IT" sz="1900" noProof="0" dirty="0"/>
          </a:p>
          <a:p>
            <a:r>
              <a:rPr lang="it-IT" sz="1900" noProof="0" dirty="0"/>
              <a:t>Nel metodo </a:t>
            </a:r>
            <a:r>
              <a:rPr lang="it-IT" sz="1900" b="1" noProof="0" dirty="0"/>
              <a:t>transfer</a:t>
            </a:r>
            <a:r>
              <a:rPr lang="it-IT" sz="1900" noProof="0" dirty="0"/>
              <a:t> simulare un trasferimento di denaro tra 2 conti che viene interrotto a causa di un errore che si presenta proprio nel momento più critico, tra la </a:t>
            </a:r>
            <a:br>
              <a:rPr lang="it-IT" sz="1900" noProof="0" dirty="0"/>
            </a:br>
            <a:r>
              <a:rPr lang="it-IT" sz="1900" b="1" i="1" noProof="0" dirty="0"/>
              <a:t>fase 1: addebito sul primo conto </a:t>
            </a:r>
            <a:br>
              <a:rPr lang="it-IT" sz="1900" noProof="0" dirty="0"/>
            </a:br>
            <a:r>
              <a:rPr lang="it-IT" sz="1900" noProof="0" dirty="0"/>
              <a:t>e la </a:t>
            </a:r>
            <a:br>
              <a:rPr lang="it-IT" sz="1900" noProof="0" dirty="0"/>
            </a:br>
            <a:r>
              <a:rPr lang="it-IT" sz="1900" b="1" i="1" noProof="0" dirty="0"/>
              <a:t>fase 2: accredito sul secondo conto</a:t>
            </a:r>
          </a:p>
          <a:p>
            <a:r>
              <a:rPr lang="it-IT" sz="1900" noProof="0" dirty="0"/>
              <a:t>L’errore interrompe il flusso delle modifiche e causa </a:t>
            </a:r>
            <a:r>
              <a:rPr lang="it-IT" sz="1900" b="1" noProof="0" dirty="0"/>
              <a:t>inconsistenza nei dati </a:t>
            </a:r>
            <a:r>
              <a:rPr lang="it-IT" sz="1900" noProof="0" dirty="0"/>
              <a:t>(addebito avvenuto e accredito mancato)</a:t>
            </a:r>
          </a:p>
        </p:txBody>
      </p:sp>
      <p:sp>
        <p:nvSpPr>
          <p:cNvPr id="39" name="Rectangle 28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sp>
        <p:nvSpPr>
          <p:cNvPr id="40" name="Rectangle 30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513853"/>
            <a:ext cx="6009366" cy="583457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noProof="0" dirty="0"/>
          </a:p>
        </p:txBody>
      </p:sp>
      <p:pic>
        <p:nvPicPr>
          <p:cNvPr id="20" name="Immagine 19">
            <a:extLst>
              <a:ext uri="{FF2B5EF4-FFF2-40B4-BE49-F238E27FC236}">
                <a16:creationId xmlns:a16="http://schemas.microsoft.com/office/drawing/2014/main" id="{574518A7-D221-EAF7-3249-42ED227876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8615" y="747712"/>
            <a:ext cx="5668300" cy="5362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96248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1FDD5F-B8A5-4E46-3725-3D8A5B1A04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D1E242-CC85-35EE-3CFA-30616B43F0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40"/>
            <a:ext cx="11018520" cy="8861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sz="5400" dirty="0"/>
              <a:t>La comodità degli Unit Test</a:t>
            </a:r>
            <a:endParaRPr lang="it-IT" sz="54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B8AD5F-D973-ABC4-76F1-0F1A85794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72492" y="1402672"/>
            <a:ext cx="10884939" cy="4787816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it-IT" dirty="0"/>
              <a:t>Dal momento che in questo caso si vuole testare il singolo comportamento del metodo </a:t>
            </a:r>
            <a:r>
              <a:rPr lang="it-IT" b="1" i="1" dirty="0"/>
              <a:t>transfer()</a:t>
            </a:r>
            <a:r>
              <a:rPr lang="it-IT" dirty="0"/>
              <a:t> della classe </a:t>
            </a:r>
            <a:r>
              <a:rPr lang="it-IT" b="1" dirty="0"/>
              <a:t>Service</a:t>
            </a:r>
            <a:r>
              <a:rPr lang="it-IT" dirty="0"/>
              <a:t> non è necessario implementare il </a:t>
            </a:r>
            <a:r>
              <a:rPr lang="it-IT" b="1" dirty="0"/>
              <a:t>Controller</a:t>
            </a:r>
          </a:p>
        </p:txBody>
      </p:sp>
    </p:spTree>
    <p:extLst>
      <p:ext uri="{BB962C8B-B14F-4D97-AF65-F5344CB8AC3E}">
        <p14:creationId xmlns:p14="http://schemas.microsoft.com/office/powerpoint/2010/main" val="3141663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9375E2-7644-DCAE-31DA-601325102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9C0E30B-5C59-7CDD-C22F-5B03120736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493" y="238540"/>
            <a:ext cx="11018520" cy="64842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it-IT" noProof="0" dirty="0">
                <a:latin typeface="Arial" panose="020B0604020202020204" pitchFamily="34" charset="0"/>
                <a:cs typeface="Arial" panose="020B0604020202020204" pitchFamily="34" charset="0"/>
              </a:rPr>
              <a:t>Unit Test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3498EF7-5147-FC6F-B030-DCA92CB258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8056" y="910876"/>
            <a:ext cx="4617719" cy="5279612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it-IT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Implementare il test accanto, che parte da una situazione in cui si dispone di un primo conto con un saldo di 1000 ed un secondo con un saldo nullo e vuole trasferire 600 dal primo al secondo conto.</a:t>
            </a:r>
            <a:br>
              <a:rPr lang="it-IT" sz="1900" noProof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1900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it-IT" sz="19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estiamo</a:t>
            </a:r>
            <a:r>
              <a:rPr lang="it-IT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sz="1900" dirty="0">
                <a:latin typeface="Arial" panose="020B0604020202020204" pitchFamily="34" charset="0"/>
                <a:cs typeface="Arial" panose="020B0604020202020204" pitchFamily="34" charset="0"/>
              </a:rPr>
              <a:t>un doppio</a:t>
            </a:r>
            <a:r>
              <a:rPr lang="it-IT" sz="1900" noProof="0" dirty="0">
                <a:latin typeface="Arial" panose="020B0604020202020204" pitchFamily="34" charset="0"/>
                <a:cs typeface="Arial" panose="020B0604020202020204" pitchFamily="34" charset="0"/>
              </a:rPr>
              <a:t> scenario</a:t>
            </a: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it-IT" sz="1700" b="1" noProof="0" dirty="0">
                <a:latin typeface="Arial" panose="020B0604020202020204" pitchFamily="34" charset="0"/>
                <a:cs typeface="Arial" panose="020B0604020202020204" pitchFamily="34" charset="0"/>
              </a:rPr>
              <a:t>il trasferimento di denaro va a buon fine:</a:t>
            </a:r>
            <a:r>
              <a:rPr lang="it-IT" sz="1700" noProof="0" dirty="0">
                <a:latin typeface="Arial" panose="020B0604020202020204" pitchFamily="34" charset="0"/>
                <a:cs typeface="Arial" panose="020B0604020202020204" pitchFamily="34" charset="0"/>
              </a:rPr>
              <a:t> nessun errore viene "</a:t>
            </a:r>
            <a:r>
              <a:rPr lang="it-IT" sz="17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catchato</a:t>
            </a:r>
            <a:r>
              <a:rPr lang="it-IT" sz="1700" noProof="0" dirty="0">
                <a:latin typeface="Arial" panose="020B0604020202020204" pitchFamily="34" charset="0"/>
                <a:cs typeface="Arial" panose="020B0604020202020204" pitchFamily="34" charset="0"/>
              </a:rPr>
              <a:t>" e ci si attende una situazione finale</a:t>
            </a: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 sui 2 conti di 400 a 600.</a:t>
            </a:r>
            <a:endParaRPr lang="it-IT" sz="17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lnSpc>
                <a:spcPct val="120000"/>
              </a:lnSpc>
              <a:buFont typeface="+mj-lt"/>
              <a:buAutoNum type="arabicPeriod"/>
            </a:pPr>
            <a:r>
              <a:rPr lang="it-IT" sz="1700" b="1" dirty="0">
                <a:latin typeface="Arial" panose="020B0604020202020204" pitchFamily="34" charset="0"/>
                <a:cs typeface="Arial" panose="020B0604020202020204" pitchFamily="34" charset="0"/>
              </a:rPr>
              <a:t>l’errore si genera: </a:t>
            </a: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il flusso entra nel </a:t>
            </a:r>
            <a:r>
              <a:rPr lang="it-IT" sz="1700" b="1" dirty="0">
                <a:latin typeface="Arial" panose="020B0604020202020204" pitchFamily="34" charset="0"/>
                <a:cs typeface="Arial" panose="020B0604020202020204" pitchFamily="34" charset="0"/>
              </a:rPr>
              <a:t>catch</a:t>
            </a: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 e ci si attende che a causa dell’errore venga effettuato il </a:t>
            </a:r>
            <a:r>
              <a:rPr lang="it-IT" sz="17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rollback</a:t>
            </a: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 che riporta tutto alla situazione iniziale sui 2 conti, 1000 a 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Commentando o meno la </a:t>
            </a:r>
            <a:r>
              <a:rPr lang="it-IT" sz="17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RuntimeException</a:t>
            </a:r>
            <a:r>
              <a:rPr lang="it-IT" sz="1700" dirty="0">
                <a:latin typeface="Arial" panose="020B0604020202020204" pitchFamily="34" charset="0"/>
                <a:cs typeface="Arial" panose="020B0604020202020204" pitchFamily="34" charset="0"/>
              </a:rPr>
              <a:t> inserita nel Service è possibile simulare entrambi gli scenari e verificare che il secondo fallisce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A194E8BD-106E-7E70-27B7-E8A8D1F40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5775" y="1032287"/>
            <a:ext cx="6715720" cy="503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43517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05E4F0-7465-EB9E-CF74-E9D29D39A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2C1D930-8E74-A249-9DD3-ACE14DF0A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899" y="322741"/>
            <a:ext cx="10867114" cy="648428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it-IT" noProof="0" dirty="0">
                <a:latin typeface="Arial" panose="020B0604020202020204" pitchFamily="34" charset="0"/>
                <a:cs typeface="Arial" panose="020B0604020202020204" pitchFamily="34" charset="0"/>
              </a:rPr>
              <a:t>Le transazioni in Spring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73CEEE2-9F9F-C3AD-D792-2047BFC49A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23899" y="1055370"/>
            <a:ext cx="10372725" cy="338861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20000"/>
              </a:lnSpc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Lo scenario con l’</a:t>
            </a:r>
            <a:r>
              <a:rPr lang="it-IT" sz="2000" dirty="0" err="1">
                <a:latin typeface="Arial" panose="020B0604020202020204" pitchFamily="34" charset="0"/>
                <a:cs typeface="Arial" panose="020B0604020202020204" pitchFamily="34" charset="0"/>
              </a:rPr>
              <a:t>Exception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fallisce in quanto il codice del metodo </a:t>
            </a:r>
            <a:r>
              <a:rPr lang="it-IT" sz="2000" b="1" i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transfer()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, non è </a:t>
            </a:r>
            <a:r>
              <a:rPr lang="it-IT" sz="2000" b="1" i="1" dirty="0">
                <a:latin typeface="Arial" panose="020B0604020202020204" pitchFamily="34" charset="0"/>
                <a:cs typeface="Arial" panose="020B0604020202020204" pitchFamily="34" charset="0"/>
              </a:rPr>
              <a:t>transazionale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e quindi non esegue alcun </a:t>
            </a:r>
            <a:r>
              <a:rPr lang="it-IT" sz="20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rollback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>
              <a:lnSpc>
                <a:spcPct val="110000"/>
              </a:lnSpc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A questo punto ci basta aggiungere l’annotazione </a:t>
            </a:r>
            <a:r>
              <a:rPr lang="it-IT" sz="2000" b="1" dirty="0">
                <a:latin typeface="Arial" panose="020B0604020202020204" pitchFamily="34" charset="0"/>
                <a:cs typeface="Arial" panose="020B0604020202020204" pitchFamily="34" charset="0"/>
              </a:rPr>
              <a:t>@Transactional 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al metodo di prelievo, in modo che l’operazione venga eseguita come un’unica transazione.</a:t>
            </a:r>
          </a:p>
          <a:p>
            <a:pPr>
              <a:lnSpc>
                <a:spcPct val="120000"/>
              </a:lnSpc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Ora il test deve diventare verde in entrambi gli scenari (verificare </a:t>
            </a:r>
            <a:r>
              <a:rPr lang="it-IT" sz="2000" b="1" dirty="0">
                <a:latin typeface="Arial" panose="020B0604020202020204" pitchFamily="34" charset="0"/>
                <a:cs typeface="Arial" panose="020B0604020202020204" pitchFamily="34" charset="0"/>
              </a:rPr>
              <a:t>e comprendere!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20000"/>
              </a:lnSpc>
            </a:pP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Spring rende semplice applicare le transazioni, ma questo concetto è </a:t>
            </a:r>
            <a:r>
              <a:rPr lang="it-IT" sz="2000" b="1" dirty="0">
                <a:latin typeface="Arial" panose="020B0604020202020204" pitchFamily="34" charset="0"/>
                <a:cs typeface="Arial" panose="020B0604020202020204" pitchFamily="34" charset="0"/>
              </a:rPr>
              <a:t>fondamentale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non riguarda un linguaggio di programmazione specifico, bensì la </a:t>
            </a:r>
            <a:r>
              <a:rPr lang="it-IT" sz="2000" b="1" dirty="0">
                <a:latin typeface="Arial" panose="020B0604020202020204" pitchFamily="34" charset="0"/>
                <a:cs typeface="Arial" panose="020B0604020202020204" pitchFamily="34" charset="0"/>
              </a:rPr>
              <a:t>gestione della concorrenza e della persistenza dei dati nel database</a:t>
            </a:r>
            <a:r>
              <a:rPr lang="it-IT" sz="2000" dirty="0">
                <a:latin typeface="Arial" panose="020B0604020202020204" pitchFamily="34" charset="0"/>
                <a:cs typeface="Arial" panose="020B0604020202020204" pitchFamily="34" charset="0"/>
              </a:rPr>
              <a:t> (atomicità e isolamento).</a:t>
            </a: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21DD93B4-3F09-CC91-2F3A-985F2F09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2638" y="4766024"/>
            <a:ext cx="6875245" cy="1629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3138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27D79-242E-3263-CBC9-5D3392C54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267901B-1C1C-87D9-C6A9-87CE7006D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284" y="365125"/>
            <a:ext cx="11140580" cy="805307"/>
          </a:xfrm>
        </p:spPr>
        <p:txBody>
          <a:bodyPr>
            <a:noAutofit/>
          </a:bodyPr>
          <a:lstStyle/>
          <a:p>
            <a:r>
              <a:rPr lang="it-IT" sz="5400" noProof="0" dirty="0">
                <a:latin typeface="Arial" panose="020B0604020202020204" pitchFamily="34" charset="0"/>
                <a:cs typeface="Arial" panose="020B0604020202020204" pitchFamily="34" charset="0"/>
              </a:rPr>
              <a:t>Le transazioni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A1F3556-C875-D38B-0681-EA6B03CBF0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45284" y="1275126"/>
            <a:ext cx="11140580" cy="5276676"/>
          </a:xfrm>
        </p:spPr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it-IT" sz="3200" b="1" noProof="0" dirty="0">
                <a:latin typeface="Arial" panose="020B0604020202020204" pitchFamily="34" charset="0"/>
                <a:cs typeface="Arial" panose="020B0604020202020204" pitchFamily="34" charset="0"/>
              </a:rPr>
              <a:t>Fasi della transazione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it-IT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Inizio della transazione</a:t>
            </a:r>
            <a:r>
              <a:rPr lang="it-IT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: Quando un utente inizia un'operazione critica (come un prelievo o un trasferimento) il sistema avvia una nuova transazione.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it-IT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Esecuzione delle operazioni</a:t>
            </a:r>
            <a:r>
              <a:rPr lang="it-IT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: Vengono eseguite tutte le operazioni necessarie per completare l'operazione dell'utente (ad esempio, verificare il saldo, aggiornare il conto, registrare il movimento).</a:t>
            </a:r>
          </a:p>
          <a:p>
            <a:pPr marL="971550" lvl="1" indent="-514350">
              <a:lnSpc>
                <a:spcPct val="120000"/>
              </a:lnSpc>
              <a:buFont typeface="+mj-lt"/>
              <a:buAutoNum type="arabicPeriod"/>
            </a:pPr>
            <a:r>
              <a:rPr lang="it-IT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Commit o </a:t>
            </a:r>
            <a:r>
              <a:rPr lang="it-IT" sz="28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rollback</a:t>
            </a:r>
            <a:r>
              <a:rPr lang="it-IT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</a:p>
          <a:p>
            <a:pPr lvl="2">
              <a:lnSpc>
                <a:spcPct val="120000"/>
              </a:lnSpc>
            </a:pPr>
            <a:r>
              <a:rPr lang="it-IT" sz="2900" noProof="0" dirty="0">
                <a:latin typeface="Arial" panose="020B0604020202020204" pitchFamily="34" charset="0"/>
                <a:cs typeface="Arial" panose="020B0604020202020204" pitchFamily="34" charset="0"/>
              </a:rPr>
              <a:t>Se tutte le operazioni hanno successo, la transazione viene confermata (</a:t>
            </a:r>
            <a:r>
              <a:rPr lang="it-IT" sz="29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r>
              <a:rPr lang="it-IT" sz="2900" noProof="0" dirty="0">
                <a:latin typeface="Arial" panose="020B0604020202020204" pitchFamily="34" charset="0"/>
                <a:cs typeface="Arial" panose="020B0604020202020204" pitchFamily="34" charset="0"/>
              </a:rPr>
              <a:t>) e le modifiche diventano permanenti nel database. </a:t>
            </a:r>
          </a:p>
          <a:p>
            <a:pPr lvl="2">
              <a:lnSpc>
                <a:spcPct val="120000"/>
              </a:lnSpc>
            </a:pPr>
            <a:r>
              <a:rPr lang="it-IT" sz="2900" noProof="0" dirty="0">
                <a:latin typeface="Arial" panose="020B0604020202020204" pitchFamily="34" charset="0"/>
                <a:cs typeface="Arial" panose="020B0604020202020204" pitchFamily="34" charset="0"/>
              </a:rPr>
              <a:t>Se si verifica un errore, la transazione viene annullata (</a:t>
            </a:r>
            <a:r>
              <a:rPr lang="it-IT" sz="29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rollback</a:t>
            </a:r>
            <a:r>
              <a:rPr lang="it-IT" sz="2900" noProof="0" dirty="0">
                <a:latin typeface="Arial" panose="020B0604020202020204" pitchFamily="34" charset="0"/>
                <a:cs typeface="Arial" panose="020B0604020202020204" pitchFamily="34" charset="0"/>
              </a:rPr>
              <a:t>) e il database viene ripristinato allo stato precedente.</a:t>
            </a:r>
          </a:p>
          <a:p>
            <a:pPr>
              <a:lnSpc>
                <a:spcPct val="120000"/>
              </a:lnSpc>
            </a:pPr>
            <a:r>
              <a:rPr lang="it-IT" sz="3200" b="1" noProof="0" dirty="0">
                <a:latin typeface="Arial" panose="020B0604020202020204" pitchFamily="34" charset="0"/>
                <a:cs typeface="Arial" panose="020B0604020202020204" pitchFamily="34" charset="0"/>
              </a:rPr>
              <a:t>Principi e benefici (ACID)</a:t>
            </a:r>
          </a:p>
          <a:p>
            <a:pPr lvl="1">
              <a:lnSpc>
                <a:spcPct val="120000"/>
              </a:lnSpc>
            </a:pPr>
            <a:r>
              <a:rPr lang="it-IT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Atomicità</a:t>
            </a:r>
            <a:r>
              <a:rPr lang="it-IT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: Le operazioni all'interno di una transazione sono </a:t>
            </a:r>
            <a:r>
              <a:rPr lang="it-IT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indivisibili</a:t>
            </a:r>
            <a:r>
              <a:rPr lang="it-IT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 (o </a:t>
            </a:r>
            <a:r>
              <a:rPr lang="it-IT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atomiche</a:t>
            </a:r>
            <a:r>
              <a:rPr lang="it-IT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>
              <a:lnSpc>
                <a:spcPct val="120000"/>
              </a:lnSpc>
            </a:pPr>
            <a:r>
              <a:rPr lang="it-IT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Consistenza</a:t>
            </a:r>
            <a:r>
              <a:rPr lang="it-IT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: Le transazioni mantengono l'integrità dei dati</a:t>
            </a:r>
          </a:p>
          <a:p>
            <a:pPr lvl="1">
              <a:lnSpc>
                <a:spcPct val="120000"/>
              </a:lnSpc>
            </a:pPr>
            <a:r>
              <a:rPr lang="it-IT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Isolamento</a:t>
            </a:r>
            <a:r>
              <a:rPr lang="it-IT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: Le transazioni potenzialmente contemporanee non interferiscono tra loro (prima di iniziare la seconda deve essere terminata la prima. Risolve il problema della concorrenza visto nella prima slide)</a:t>
            </a:r>
          </a:p>
          <a:p>
            <a:pPr lvl="1">
              <a:lnSpc>
                <a:spcPct val="120000"/>
              </a:lnSpc>
            </a:pPr>
            <a:r>
              <a:rPr lang="it-IT" sz="2800" b="1" noProof="0" dirty="0">
                <a:latin typeface="Arial" panose="020B0604020202020204" pitchFamily="34" charset="0"/>
                <a:cs typeface="Arial" panose="020B0604020202020204" pitchFamily="34" charset="0"/>
              </a:rPr>
              <a:t>Durata</a:t>
            </a:r>
            <a:r>
              <a:rPr lang="it-IT" sz="2800" noProof="0" dirty="0">
                <a:latin typeface="Arial" panose="020B0604020202020204" pitchFamily="34" charset="0"/>
                <a:cs typeface="Arial" panose="020B0604020202020204" pitchFamily="34" charset="0"/>
              </a:rPr>
              <a:t>: Gli effetti di una transazione sono permanenti solo dopo il </a:t>
            </a:r>
            <a:r>
              <a:rPr lang="it-IT" sz="2800" noProof="0" dirty="0" err="1">
                <a:latin typeface="Arial" panose="020B0604020202020204" pitchFamily="34" charset="0"/>
                <a:cs typeface="Arial" panose="020B0604020202020204" pitchFamily="34" charset="0"/>
              </a:rPr>
              <a:t>commit</a:t>
            </a:r>
            <a:endParaRPr lang="it-IT" sz="2800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583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65E6DD-16BE-BEF8-FCD4-B57F8A589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306051"/>
            <a:ext cx="11125400" cy="699789"/>
          </a:xfrm>
        </p:spPr>
        <p:txBody>
          <a:bodyPr anchor="ctr">
            <a:noAutofit/>
          </a:bodyPr>
          <a:lstStyle/>
          <a:p>
            <a:r>
              <a:rPr lang="it-IT" sz="4400" noProof="0" dirty="0">
                <a:latin typeface="Arial" panose="020B0604020202020204" pitchFamily="34" charset="0"/>
                <a:cs typeface="Arial" panose="020B0604020202020204" pitchFamily="34" charset="0"/>
              </a:rPr>
              <a:t>Recap</a:t>
            </a:r>
            <a:endParaRPr lang="it-IT" noProof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2CF5FF18-AC40-7357-458A-B12DEA5089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61800" y="1329180"/>
            <a:ext cx="7258250" cy="522276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it-IT" sz="3200" noProof="0" dirty="0">
                <a:latin typeface="Arial" panose="020B0604020202020204" pitchFamily="34" charset="0"/>
                <a:cs typeface="Arial" panose="020B0604020202020204" pitchFamily="34" charset="0"/>
              </a:rPr>
              <a:t>Cosa abbiamo imparato:</a:t>
            </a:r>
          </a:p>
          <a:p>
            <a:pPr marL="0" indent="0">
              <a:lnSpc>
                <a:spcPct val="100000"/>
              </a:lnSpc>
              <a:buNone/>
            </a:pPr>
            <a:endParaRPr lang="it-IT" sz="3200" noProof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</a:pPr>
            <a:r>
              <a:rPr lang="it-IT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Nelle applicazioni multiutente si affrontano importanti problemi di </a:t>
            </a:r>
            <a:r>
              <a:rPr lang="it-IT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concorrenza</a:t>
            </a:r>
            <a:r>
              <a:rPr lang="it-IT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che possono creare delle inaccettabili </a:t>
            </a:r>
            <a:r>
              <a:rPr lang="it-IT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inconsistenze</a:t>
            </a:r>
            <a:r>
              <a:rPr lang="it-IT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nello stato finale del sistema</a:t>
            </a:r>
          </a:p>
          <a:p>
            <a:pPr>
              <a:lnSpc>
                <a:spcPct val="100000"/>
              </a:lnSpc>
            </a:pPr>
            <a:r>
              <a:rPr lang="it-IT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La soluzione al problema consiste nel creare una </a:t>
            </a:r>
            <a:r>
              <a:rPr lang="it-IT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transazione</a:t>
            </a:r>
            <a:r>
              <a:rPr lang="it-IT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, cioè un pacchetto atomico di operazioni che vengono tutte confermate o tutte annullate</a:t>
            </a:r>
          </a:p>
          <a:p>
            <a:pPr>
              <a:lnSpc>
                <a:spcPct val="100000"/>
              </a:lnSpc>
            </a:pPr>
            <a:r>
              <a:rPr lang="it-IT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Commit:</a:t>
            </a:r>
            <a:r>
              <a:rPr lang="it-IT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 conferma di tutta la transazione</a:t>
            </a:r>
          </a:p>
          <a:p>
            <a:pPr>
              <a:lnSpc>
                <a:spcPct val="100000"/>
              </a:lnSpc>
            </a:pPr>
            <a:r>
              <a:rPr lang="it-IT" sz="2000" b="1" noProof="0" dirty="0" err="1">
                <a:latin typeface="Arial" panose="020B0604020202020204" pitchFamily="34" charset="0"/>
                <a:cs typeface="Arial" panose="020B0604020202020204" pitchFamily="34" charset="0"/>
              </a:rPr>
              <a:t>Rollback</a:t>
            </a:r>
            <a:r>
              <a:rPr lang="it-IT" sz="2000" b="1" noProof="0" dirty="0"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it-IT" sz="2000" noProof="0" dirty="0">
                <a:latin typeface="Arial" panose="020B0604020202020204" pitchFamily="34" charset="0"/>
                <a:cs typeface="Arial" panose="020B0604020202020204" pitchFamily="34" charset="0"/>
              </a:rPr>
              <a:t>annullamento di tutta la transazione</a:t>
            </a: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6153A8F-B106-BD5F-AB21-648F436AF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8296" y="1329178"/>
            <a:ext cx="3699498" cy="5222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1331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B81153C-C5BF-4B52-8610-D8CCE6AA903A}">
  <we:reference id="wa104379997" version="3.0.0.0" store="it-IT" storeType="OMEX"/>
  <we:alternateReferences>
    <we:reference id="wa104379997" version="3.0.0.0" store="wa104379997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1061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Tema di Office</vt:lpstr>
      <vt:lpstr>Applicazioni multiutente e transazioni </vt:lpstr>
      <vt:lpstr>Concorrenza nelle applicazioni multiutente</vt:lpstr>
      <vt:lpstr>Concorrenza nelle applicazioni multiutente</vt:lpstr>
      <vt:lpstr>Concorrenza nelle applicazioni multiutente</vt:lpstr>
      <vt:lpstr>Le transazioni</vt:lpstr>
      <vt:lpstr>Le transazioni in Spring</vt:lpstr>
      <vt:lpstr>Le transazioni in Spring</vt:lpstr>
      <vt:lpstr>La comodità degli Unit Test</vt:lpstr>
      <vt:lpstr>Unit Test</vt:lpstr>
      <vt:lpstr>Le transazioni in Spring</vt:lpstr>
      <vt:lpstr>Le transazioni</vt:lpstr>
      <vt:lpstr>Recap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Presentazione standard di PowerPoint</dc:title>
  <dc:creator>Leonardo Gaiero</dc:creator>
  <cp:lastModifiedBy>Di Florio Maurizio</cp:lastModifiedBy>
  <cp:revision>303</cp:revision>
  <dcterms:created xsi:type="dcterms:W3CDTF">2022-08-25T08:48:38Z</dcterms:created>
  <dcterms:modified xsi:type="dcterms:W3CDTF">2026-05-11T22:50:54Z</dcterms:modified>
</cp:coreProperties>
</file>